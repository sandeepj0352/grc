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51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62" r:id="rId7"/>
    <p:sldId id="258" r:id="rId8"/>
    <p:sldId id="259" r:id="rId9"/>
    <p:sldId id="260" r:id="rId10"/>
    <p:sldId id="263" r:id="rId11"/>
    <p:sldId id="26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965" y="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FAFD96-3601-4F17-BB82-DBBBA6C512D5}" type="doc">
      <dgm:prSet loTypeId="urn:microsoft.com/office/officeart/2008/layout/HalfCircleOrganizationChart" loCatId="hierarchy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19599602-9E94-449B-AE02-46C30491E28C}">
      <dgm:prSet phldrT="[Text]"/>
      <dgm:spPr>
        <a:solidFill>
          <a:schemeClr val="accent1"/>
        </a:solidFill>
        <a:ln>
          <a:noFill/>
        </a:ln>
      </dgm:spPr>
      <dgm:t>
        <a:bodyPr/>
        <a:lstStyle/>
        <a:p>
          <a:r>
            <a:rPr lang="en-US" dirty="0"/>
            <a:t>CISO</a:t>
          </a:r>
        </a:p>
      </dgm:t>
    </dgm:pt>
    <dgm:pt modelId="{FF371F54-3EAD-4229-B33D-30FA8E522AE4}" type="parTrans" cxnId="{7A02F5AF-F9F5-4778-A66E-DE024A3A34D9}">
      <dgm:prSet/>
      <dgm:spPr/>
      <dgm:t>
        <a:bodyPr/>
        <a:lstStyle/>
        <a:p>
          <a:endParaRPr lang="en-US"/>
        </a:p>
      </dgm:t>
    </dgm:pt>
    <dgm:pt modelId="{2A88706E-F8B3-4E84-B216-AB828E178267}" type="sibTrans" cxnId="{7A02F5AF-F9F5-4778-A66E-DE024A3A34D9}">
      <dgm:prSet/>
      <dgm:spPr/>
      <dgm:t>
        <a:bodyPr/>
        <a:lstStyle/>
        <a:p>
          <a:endParaRPr lang="en-US"/>
        </a:p>
      </dgm:t>
    </dgm:pt>
    <dgm:pt modelId="{6FD54DCC-0420-4B69-949E-C600DAC3EA80}">
      <dgm:prSet phldrT="[Text]"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Father</a:t>
          </a:r>
        </a:p>
      </dgm:t>
    </dgm:pt>
    <dgm:pt modelId="{6F5CF077-1342-46A1-93F1-68D7723F3F8C}" type="parTrans" cxnId="{A9A39EE7-F441-4563-AFFD-666EC4C4FD54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endParaRPr lang="en-US" dirty="0"/>
        </a:p>
      </dgm:t>
    </dgm:pt>
    <dgm:pt modelId="{CE57F18C-7754-4245-BB8D-0DDD9139AB8E}" type="sibTrans" cxnId="{A9A39EE7-F441-4563-AFFD-666EC4C4FD54}">
      <dgm:prSet/>
      <dgm:spPr/>
      <dgm:t>
        <a:bodyPr/>
        <a:lstStyle/>
        <a:p>
          <a:endParaRPr lang="en-US"/>
        </a:p>
      </dgm:t>
    </dgm:pt>
    <dgm:pt modelId="{1A94D251-C1DF-49B7-B803-397CC4E374C8}">
      <dgm:prSet phldrT="[Text]"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Father’s Father</a:t>
          </a:r>
        </a:p>
      </dgm:t>
    </dgm:pt>
    <dgm:pt modelId="{83470605-D50B-47C5-85E0-6C97CC1DEF2D}" type="parTrans" cxnId="{EB889005-384A-468F-A438-BCA4BE21A4EE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endParaRPr lang="en-US" dirty="0"/>
        </a:p>
      </dgm:t>
    </dgm:pt>
    <dgm:pt modelId="{4B83F8D2-E6F1-4C2F-B422-0FF1AFE48807}" type="sibTrans" cxnId="{EB889005-384A-468F-A438-BCA4BE21A4EE}">
      <dgm:prSet/>
      <dgm:spPr/>
      <dgm:t>
        <a:bodyPr/>
        <a:lstStyle/>
        <a:p>
          <a:endParaRPr lang="en-US"/>
        </a:p>
      </dgm:t>
    </dgm:pt>
    <dgm:pt modelId="{D6D663EA-8C9E-4A6C-8696-EA6202B67EB8}">
      <dgm:prSet phldrT="[Text]"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Father’s Mother</a:t>
          </a:r>
        </a:p>
      </dgm:t>
    </dgm:pt>
    <dgm:pt modelId="{C618F4B1-D56C-40B0-A9BB-A1AC22AA90C0}" type="parTrans" cxnId="{6AD0832E-D0E5-4DFA-A2C1-539A1049A92A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endParaRPr lang="en-US" dirty="0"/>
        </a:p>
      </dgm:t>
    </dgm:pt>
    <dgm:pt modelId="{350208D2-B2AB-46F5-A396-E4E2016A900E}" type="sibTrans" cxnId="{6AD0832E-D0E5-4DFA-A2C1-539A1049A92A}">
      <dgm:prSet/>
      <dgm:spPr/>
      <dgm:t>
        <a:bodyPr/>
        <a:lstStyle/>
        <a:p>
          <a:endParaRPr lang="en-US"/>
        </a:p>
      </dgm:t>
    </dgm:pt>
    <dgm:pt modelId="{0C87090F-02B0-44D5-BD4B-E5AE0D1FA7F1}">
      <dgm:prSet phldrT="[Text]"/>
      <dgm:spPr>
        <a:solidFill>
          <a:schemeClr val="accent3">
            <a:lumMod val="75000"/>
          </a:schemeClr>
        </a:solidFill>
        <a:ln>
          <a:noFill/>
        </a:ln>
      </dgm:spPr>
      <dgm:t>
        <a:bodyPr/>
        <a:lstStyle/>
        <a:p>
          <a:r>
            <a:rPr lang="en-US" dirty="0"/>
            <a:t>Mother</a:t>
          </a:r>
        </a:p>
      </dgm:t>
    </dgm:pt>
    <dgm:pt modelId="{48F43ED3-A177-4096-B556-EB782F87985E}" type="parTrans" cxnId="{30E0B992-157A-405B-8572-770CFD4D21A1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endParaRPr lang="en-US" dirty="0"/>
        </a:p>
      </dgm:t>
    </dgm:pt>
    <dgm:pt modelId="{24E0BA02-AFC8-4BBC-85FF-8CECFE2FDD5C}" type="sibTrans" cxnId="{30E0B992-157A-405B-8572-770CFD4D21A1}">
      <dgm:prSet/>
      <dgm:spPr/>
      <dgm:t>
        <a:bodyPr/>
        <a:lstStyle/>
        <a:p>
          <a:endParaRPr lang="en-US"/>
        </a:p>
      </dgm:t>
    </dgm:pt>
    <dgm:pt modelId="{A97D053E-A973-4364-B69E-A280008FFC90}">
      <dgm:prSet phldrT="[Text]"/>
      <dgm:spPr>
        <a:solidFill>
          <a:schemeClr val="accent3">
            <a:lumMod val="75000"/>
          </a:schemeClr>
        </a:solidFill>
        <a:ln>
          <a:noFill/>
        </a:ln>
      </dgm:spPr>
      <dgm:t>
        <a:bodyPr/>
        <a:lstStyle/>
        <a:p>
          <a:r>
            <a:rPr lang="en-US" dirty="0"/>
            <a:t>Mother’s Father</a:t>
          </a:r>
        </a:p>
      </dgm:t>
    </dgm:pt>
    <dgm:pt modelId="{0269C22A-A20B-4CCC-917A-8B311E437315}" type="parTrans" cxnId="{06C05031-CC2B-43C8-8D83-6BE882BBEE11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endParaRPr lang="en-US" dirty="0"/>
        </a:p>
      </dgm:t>
    </dgm:pt>
    <dgm:pt modelId="{243C102C-DAA2-4245-A1D1-9E6A71F7AB05}" type="sibTrans" cxnId="{06C05031-CC2B-43C8-8D83-6BE882BBEE11}">
      <dgm:prSet/>
      <dgm:spPr/>
      <dgm:t>
        <a:bodyPr/>
        <a:lstStyle/>
        <a:p>
          <a:endParaRPr lang="en-US"/>
        </a:p>
      </dgm:t>
    </dgm:pt>
    <dgm:pt modelId="{17B28C8D-4122-47D7-B7FB-F388CF6C3000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Father’s Paternal Grandfather</a:t>
          </a:r>
        </a:p>
      </dgm:t>
    </dgm:pt>
    <dgm:pt modelId="{542C2CD9-2A21-4722-8528-5FB4B05AB731}" type="parTrans" cxnId="{1CEBBBCE-A789-4745-947D-9861B5AF62B8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endParaRPr lang="en-US" dirty="0"/>
        </a:p>
      </dgm:t>
    </dgm:pt>
    <dgm:pt modelId="{37B8B82F-495B-4449-AB18-F894FFA1EC4F}" type="sibTrans" cxnId="{1CEBBBCE-A789-4745-947D-9861B5AF62B8}">
      <dgm:prSet/>
      <dgm:spPr/>
      <dgm:t>
        <a:bodyPr/>
        <a:lstStyle/>
        <a:p>
          <a:endParaRPr lang="en-US"/>
        </a:p>
      </dgm:t>
    </dgm:pt>
    <dgm:pt modelId="{046AD741-59DE-4633-A525-7FE00DBEB49B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Father’s Paternal Grandmother</a:t>
          </a:r>
        </a:p>
      </dgm:t>
    </dgm:pt>
    <dgm:pt modelId="{38E04EEA-C159-4C5C-9FBC-5AD5689D40A4}" type="parTrans" cxnId="{22127F95-3520-4798-BE99-69B42014FA83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endParaRPr lang="en-US" dirty="0"/>
        </a:p>
      </dgm:t>
    </dgm:pt>
    <dgm:pt modelId="{C65822A1-9505-4ED1-92ED-8ECF3EEE4A98}" type="sibTrans" cxnId="{22127F95-3520-4798-BE99-69B42014FA83}">
      <dgm:prSet/>
      <dgm:spPr/>
      <dgm:t>
        <a:bodyPr/>
        <a:lstStyle/>
        <a:p>
          <a:endParaRPr lang="en-US"/>
        </a:p>
      </dgm:t>
    </dgm:pt>
    <dgm:pt modelId="{A42DED5E-3919-412A-8377-DE6122E1AD30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Father’s Maternal Grandfather</a:t>
          </a:r>
        </a:p>
      </dgm:t>
    </dgm:pt>
    <dgm:pt modelId="{D05EA4EE-52C7-4A7F-9A69-CD36D787717D}" type="parTrans" cxnId="{49B17D65-6E5E-48F0-B40D-53AEA94A5346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endParaRPr lang="en-US" dirty="0"/>
        </a:p>
      </dgm:t>
    </dgm:pt>
    <dgm:pt modelId="{4503E061-C76A-43D4-9951-E6976365CBEB}" type="sibTrans" cxnId="{49B17D65-6E5E-48F0-B40D-53AEA94A5346}">
      <dgm:prSet/>
      <dgm:spPr/>
      <dgm:t>
        <a:bodyPr/>
        <a:lstStyle/>
        <a:p>
          <a:endParaRPr lang="en-US"/>
        </a:p>
      </dgm:t>
    </dgm:pt>
    <dgm:pt modelId="{36515DAA-DE94-4D05-BF16-8D5E13CADE3A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Father’s Maternal Grandmother</a:t>
          </a:r>
        </a:p>
      </dgm:t>
    </dgm:pt>
    <dgm:pt modelId="{15779972-6EB7-4A17-A8F4-C736B5F0CED0}" type="parTrans" cxnId="{2BBFE0CB-7EA9-4048-B997-094B4E858D3D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endParaRPr lang="en-US" dirty="0"/>
        </a:p>
      </dgm:t>
    </dgm:pt>
    <dgm:pt modelId="{D6A2C69D-961B-4FA1-8F05-385D9A2E46C1}" type="sibTrans" cxnId="{2BBFE0CB-7EA9-4048-B997-094B4E858D3D}">
      <dgm:prSet/>
      <dgm:spPr/>
      <dgm:t>
        <a:bodyPr/>
        <a:lstStyle/>
        <a:p>
          <a:endParaRPr lang="en-US"/>
        </a:p>
      </dgm:t>
    </dgm:pt>
    <dgm:pt modelId="{BF1D701A-DD2D-4121-8BFA-FBE1FBF81F9E}">
      <dgm:prSet/>
      <dgm:spPr>
        <a:solidFill>
          <a:schemeClr val="accent3">
            <a:lumMod val="75000"/>
          </a:schemeClr>
        </a:solidFill>
        <a:ln>
          <a:noFill/>
        </a:ln>
      </dgm:spPr>
      <dgm:t>
        <a:bodyPr/>
        <a:lstStyle/>
        <a:p>
          <a:r>
            <a:rPr lang="en-US" dirty="0"/>
            <a:t>Mother’s Paternal Grandfather</a:t>
          </a:r>
        </a:p>
      </dgm:t>
    </dgm:pt>
    <dgm:pt modelId="{E61AFEE5-2004-43A9-AA62-07A1459E6FC5}" type="parTrans" cxnId="{801C22C7-1C0F-44EF-839E-A030B3D15017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endParaRPr lang="en-US" dirty="0"/>
        </a:p>
      </dgm:t>
    </dgm:pt>
    <dgm:pt modelId="{B0000C6F-B2A3-4526-8C16-C73AEA735EAF}" type="sibTrans" cxnId="{801C22C7-1C0F-44EF-839E-A030B3D15017}">
      <dgm:prSet/>
      <dgm:spPr/>
      <dgm:t>
        <a:bodyPr/>
        <a:lstStyle/>
        <a:p>
          <a:endParaRPr lang="en-US"/>
        </a:p>
      </dgm:t>
    </dgm:pt>
    <dgm:pt modelId="{3E8CD513-115F-4B58-815D-06B1F22F397C}">
      <dgm:prSet/>
      <dgm:spPr>
        <a:solidFill>
          <a:schemeClr val="accent3">
            <a:lumMod val="75000"/>
          </a:schemeClr>
        </a:solidFill>
        <a:ln>
          <a:noFill/>
        </a:ln>
      </dgm:spPr>
      <dgm:t>
        <a:bodyPr/>
        <a:lstStyle/>
        <a:p>
          <a:r>
            <a:rPr lang="en-US" dirty="0"/>
            <a:t>Mother’s Maternal Grandfather</a:t>
          </a:r>
        </a:p>
      </dgm:t>
    </dgm:pt>
    <dgm:pt modelId="{3B869A9C-B7D4-4C45-83F4-03ACDF260BAA}" type="parTrans" cxnId="{57BA49A5-970F-4C56-97FD-1793BA151951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endParaRPr lang="en-US" dirty="0"/>
        </a:p>
      </dgm:t>
    </dgm:pt>
    <dgm:pt modelId="{EC3168F8-C366-430E-B611-B7728C52D74E}" type="sibTrans" cxnId="{57BA49A5-970F-4C56-97FD-1793BA151951}">
      <dgm:prSet/>
      <dgm:spPr/>
      <dgm:t>
        <a:bodyPr/>
        <a:lstStyle/>
        <a:p>
          <a:endParaRPr lang="en-US"/>
        </a:p>
      </dgm:t>
    </dgm:pt>
    <dgm:pt modelId="{E9F65067-7ACB-40C2-B29C-E9D30340A5AE}">
      <dgm:prSet/>
      <dgm:spPr>
        <a:solidFill>
          <a:schemeClr val="accent3">
            <a:lumMod val="75000"/>
          </a:schemeClr>
        </a:solidFill>
        <a:ln>
          <a:noFill/>
        </a:ln>
      </dgm:spPr>
      <dgm:t>
        <a:bodyPr/>
        <a:lstStyle/>
        <a:p>
          <a:r>
            <a:rPr lang="en-US" dirty="0"/>
            <a:t>Mother’s Maternal Grandmother</a:t>
          </a:r>
        </a:p>
      </dgm:t>
    </dgm:pt>
    <dgm:pt modelId="{D29892E2-A45E-4000-9CA5-664212285B28}" type="parTrans" cxnId="{2B754EE7-3BDF-4B4F-AC0A-7EE36FAA095D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endParaRPr lang="en-US" dirty="0"/>
        </a:p>
      </dgm:t>
    </dgm:pt>
    <dgm:pt modelId="{1AD94586-FEB5-47C2-8565-F409B3018C3F}" type="sibTrans" cxnId="{2B754EE7-3BDF-4B4F-AC0A-7EE36FAA095D}">
      <dgm:prSet/>
      <dgm:spPr/>
      <dgm:t>
        <a:bodyPr/>
        <a:lstStyle/>
        <a:p>
          <a:endParaRPr lang="en-US"/>
        </a:p>
      </dgm:t>
    </dgm:pt>
    <dgm:pt modelId="{991DD7BB-FD91-49EE-AAF5-140AB35E43F7}">
      <dgm:prSet/>
      <dgm:spPr>
        <a:solidFill>
          <a:schemeClr val="accent3">
            <a:lumMod val="75000"/>
          </a:schemeClr>
        </a:solidFill>
        <a:ln>
          <a:noFill/>
        </a:ln>
      </dgm:spPr>
      <dgm:t>
        <a:bodyPr/>
        <a:lstStyle/>
        <a:p>
          <a:r>
            <a:rPr lang="en-US" dirty="0"/>
            <a:t>Mother’s Mother</a:t>
          </a:r>
        </a:p>
      </dgm:t>
    </dgm:pt>
    <dgm:pt modelId="{8C5DE38B-5BD6-4776-8A20-AEE9D7B23E51}" type="sibTrans" cxnId="{2B80D23B-5A2B-4D63-AF88-2D04D8D865AC}">
      <dgm:prSet/>
      <dgm:spPr/>
      <dgm:t>
        <a:bodyPr/>
        <a:lstStyle/>
        <a:p>
          <a:endParaRPr lang="en-US"/>
        </a:p>
      </dgm:t>
    </dgm:pt>
    <dgm:pt modelId="{E3D22BD8-B8F5-4AEB-A8DD-53D6A1A29BAD}" type="parTrans" cxnId="{2B80D23B-5A2B-4D63-AF88-2D04D8D865AC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endParaRPr lang="en-US" dirty="0"/>
        </a:p>
      </dgm:t>
    </dgm:pt>
    <dgm:pt modelId="{79000407-B618-4AA0-AE6F-351CCF19973C}">
      <dgm:prSet/>
      <dgm:spPr>
        <a:solidFill>
          <a:schemeClr val="accent3">
            <a:lumMod val="75000"/>
          </a:schemeClr>
        </a:solidFill>
        <a:ln>
          <a:noFill/>
        </a:ln>
      </dgm:spPr>
      <dgm:t>
        <a:bodyPr/>
        <a:lstStyle/>
        <a:p>
          <a:r>
            <a:rPr lang="en-US" dirty="0"/>
            <a:t>Mother’s Paternal Grandmother</a:t>
          </a:r>
        </a:p>
      </dgm:t>
    </dgm:pt>
    <dgm:pt modelId="{DB5A3344-0E8D-4A20-9A88-3BA2A121512E}" type="sibTrans" cxnId="{06684567-3B55-4758-89F3-E2D11CF50A2A}">
      <dgm:prSet/>
      <dgm:spPr/>
      <dgm:t>
        <a:bodyPr/>
        <a:lstStyle/>
        <a:p>
          <a:endParaRPr lang="en-US"/>
        </a:p>
      </dgm:t>
    </dgm:pt>
    <dgm:pt modelId="{B3F39DDC-3510-46CA-8785-019129068DE0}" type="parTrans" cxnId="{06684567-3B55-4758-89F3-E2D11CF50A2A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endParaRPr lang="en-US" dirty="0"/>
        </a:p>
      </dgm:t>
    </dgm:pt>
    <dgm:pt modelId="{3C8A43EC-8BE7-45F0-A5FF-2970571C116C}" type="pres">
      <dgm:prSet presAssocID="{9EFAFD96-3601-4F17-BB82-DBBBA6C512D5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E173872-BF83-4E38-A1C4-BD2163DC4629}" type="pres">
      <dgm:prSet presAssocID="{19599602-9E94-449B-AE02-46C30491E28C}" presName="hierRoot1" presStyleCnt="0">
        <dgm:presLayoutVars>
          <dgm:hierBranch val="init"/>
        </dgm:presLayoutVars>
      </dgm:prSet>
      <dgm:spPr/>
    </dgm:pt>
    <dgm:pt modelId="{4C283ABA-7655-4E4A-8A77-88E9DCEACCA1}" type="pres">
      <dgm:prSet presAssocID="{19599602-9E94-449B-AE02-46C30491E28C}" presName="rootComposite1" presStyleCnt="0"/>
      <dgm:spPr/>
    </dgm:pt>
    <dgm:pt modelId="{0CACE8F8-12A4-4395-B7F4-15F79AA9B89F}" type="pres">
      <dgm:prSet presAssocID="{19599602-9E94-449B-AE02-46C30491E28C}" presName="rootText1" presStyleLbl="alignAcc1" presStyleIdx="0" presStyleCnt="0">
        <dgm:presLayoutVars>
          <dgm:chPref val="3"/>
        </dgm:presLayoutVars>
      </dgm:prSet>
      <dgm:spPr/>
    </dgm:pt>
    <dgm:pt modelId="{1F43241A-A75E-4CAC-A52F-69619046424D}" type="pres">
      <dgm:prSet presAssocID="{19599602-9E94-449B-AE02-46C30491E28C}" presName="topArc1" presStyleLbl="parChTrans1D1" presStyleIdx="0" presStyleCnt="30"/>
      <dgm:spPr/>
    </dgm:pt>
    <dgm:pt modelId="{EBBADE81-EE53-4E8F-9DC6-AF9A34B04556}" type="pres">
      <dgm:prSet presAssocID="{19599602-9E94-449B-AE02-46C30491E28C}" presName="bottomArc1" presStyleLbl="parChTrans1D1" presStyleIdx="1" presStyleCnt="30"/>
      <dgm:spPr/>
    </dgm:pt>
    <dgm:pt modelId="{CD9DD20A-1C0A-4038-A818-BC8F5397FDD0}" type="pres">
      <dgm:prSet presAssocID="{19599602-9E94-449B-AE02-46C30491E28C}" presName="topConnNode1" presStyleLbl="node1" presStyleIdx="0" presStyleCnt="0"/>
      <dgm:spPr/>
    </dgm:pt>
    <dgm:pt modelId="{B45143F2-2FC1-49E2-96F6-B011DE9F5362}" type="pres">
      <dgm:prSet presAssocID="{19599602-9E94-449B-AE02-46C30491E28C}" presName="hierChild2" presStyleCnt="0"/>
      <dgm:spPr/>
    </dgm:pt>
    <dgm:pt modelId="{2FA0EDE2-C038-4247-A158-CFA54FDBA7D8}" type="pres">
      <dgm:prSet presAssocID="{6F5CF077-1342-46A1-93F1-68D7723F3F8C}" presName="Name28" presStyleLbl="parChTrans1D2" presStyleIdx="0" presStyleCnt="2"/>
      <dgm:spPr/>
    </dgm:pt>
    <dgm:pt modelId="{2BAEBFF3-FBEC-4B0A-A6F4-DC43ECA4EBE3}" type="pres">
      <dgm:prSet presAssocID="{6FD54DCC-0420-4B69-949E-C600DAC3EA80}" presName="hierRoot2" presStyleCnt="0">
        <dgm:presLayoutVars>
          <dgm:hierBranch val="init"/>
        </dgm:presLayoutVars>
      </dgm:prSet>
      <dgm:spPr/>
    </dgm:pt>
    <dgm:pt modelId="{385B6813-F176-4F5C-BF0C-57A445FB5972}" type="pres">
      <dgm:prSet presAssocID="{6FD54DCC-0420-4B69-949E-C600DAC3EA80}" presName="rootComposite2" presStyleCnt="0"/>
      <dgm:spPr/>
    </dgm:pt>
    <dgm:pt modelId="{43CEF602-64B8-4197-8172-7EA0F8E7FC8D}" type="pres">
      <dgm:prSet presAssocID="{6FD54DCC-0420-4B69-949E-C600DAC3EA80}" presName="rootText2" presStyleLbl="alignAcc1" presStyleIdx="0" presStyleCnt="0">
        <dgm:presLayoutVars>
          <dgm:chPref val="3"/>
        </dgm:presLayoutVars>
      </dgm:prSet>
      <dgm:spPr/>
    </dgm:pt>
    <dgm:pt modelId="{02CDFC24-61AA-4349-8FC6-18F4500F518D}" type="pres">
      <dgm:prSet presAssocID="{6FD54DCC-0420-4B69-949E-C600DAC3EA80}" presName="topArc2" presStyleLbl="parChTrans1D1" presStyleIdx="2" presStyleCnt="30"/>
      <dgm:spPr/>
    </dgm:pt>
    <dgm:pt modelId="{38CCC689-F664-4DDB-A973-77B1836B91A3}" type="pres">
      <dgm:prSet presAssocID="{6FD54DCC-0420-4B69-949E-C600DAC3EA80}" presName="bottomArc2" presStyleLbl="parChTrans1D1" presStyleIdx="3" presStyleCnt="30"/>
      <dgm:spPr/>
    </dgm:pt>
    <dgm:pt modelId="{4EDDE334-BE34-445B-B5DD-FE32E273E9E4}" type="pres">
      <dgm:prSet presAssocID="{6FD54DCC-0420-4B69-949E-C600DAC3EA80}" presName="topConnNode2" presStyleLbl="node2" presStyleIdx="0" presStyleCnt="0"/>
      <dgm:spPr/>
    </dgm:pt>
    <dgm:pt modelId="{E96459EE-06D2-49E8-9B7F-57AF544B2809}" type="pres">
      <dgm:prSet presAssocID="{6FD54DCC-0420-4B69-949E-C600DAC3EA80}" presName="hierChild4" presStyleCnt="0"/>
      <dgm:spPr/>
    </dgm:pt>
    <dgm:pt modelId="{05AA4A42-4E67-4DB8-BA79-C5E6605AA54D}" type="pres">
      <dgm:prSet presAssocID="{83470605-D50B-47C5-85E0-6C97CC1DEF2D}" presName="Name28" presStyleLbl="parChTrans1D3" presStyleIdx="0" presStyleCnt="4"/>
      <dgm:spPr/>
    </dgm:pt>
    <dgm:pt modelId="{4AEC2381-BBA6-4E02-9D64-99E253E452A1}" type="pres">
      <dgm:prSet presAssocID="{1A94D251-C1DF-49B7-B803-397CC4E374C8}" presName="hierRoot2" presStyleCnt="0">
        <dgm:presLayoutVars>
          <dgm:hierBranch val="init"/>
        </dgm:presLayoutVars>
      </dgm:prSet>
      <dgm:spPr/>
    </dgm:pt>
    <dgm:pt modelId="{94AC2E1D-1C63-426E-B748-5766A6670446}" type="pres">
      <dgm:prSet presAssocID="{1A94D251-C1DF-49B7-B803-397CC4E374C8}" presName="rootComposite2" presStyleCnt="0"/>
      <dgm:spPr/>
    </dgm:pt>
    <dgm:pt modelId="{9076C0E7-FE12-4928-B124-09C31700E28E}" type="pres">
      <dgm:prSet presAssocID="{1A94D251-C1DF-49B7-B803-397CC4E374C8}" presName="rootText2" presStyleLbl="alignAcc1" presStyleIdx="0" presStyleCnt="0">
        <dgm:presLayoutVars>
          <dgm:chPref val="3"/>
        </dgm:presLayoutVars>
      </dgm:prSet>
      <dgm:spPr/>
    </dgm:pt>
    <dgm:pt modelId="{CF2A05A4-E5B6-49B7-BEF5-C35C870ACC47}" type="pres">
      <dgm:prSet presAssocID="{1A94D251-C1DF-49B7-B803-397CC4E374C8}" presName="topArc2" presStyleLbl="parChTrans1D1" presStyleIdx="4" presStyleCnt="30"/>
      <dgm:spPr/>
    </dgm:pt>
    <dgm:pt modelId="{C80453DB-24AA-46A4-860F-D7EBB5157B2A}" type="pres">
      <dgm:prSet presAssocID="{1A94D251-C1DF-49B7-B803-397CC4E374C8}" presName="bottomArc2" presStyleLbl="parChTrans1D1" presStyleIdx="5" presStyleCnt="30"/>
      <dgm:spPr/>
    </dgm:pt>
    <dgm:pt modelId="{5F71FF08-290D-43BC-8797-723C48952979}" type="pres">
      <dgm:prSet presAssocID="{1A94D251-C1DF-49B7-B803-397CC4E374C8}" presName="topConnNode2" presStyleLbl="node3" presStyleIdx="0" presStyleCnt="0"/>
      <dgm:spPr/>
    </dgm:pt>
    <dgm:pt modelId="{B5661264-6FCD-4D64-AC9F-DF73D082D53D}" type="pres">
      <dgm:prSet presAssocID="{1A94D251-C1DF-49B7-B803-397CC4E374C8}" presName="hierChild4" presStyleCnt="0"/>
      <dgm:spPr/>
    </dgm:pt>
    <dgm:pt modelId="{E0C95563-0D47-49A8-B88F-25D30F59F738}" type="pres">
      <dgm:prSet presAssocID="{542C2CD9-2A21-4722-8528-5FB4B05AB731}" presName="Name28" presStyleLbl="parChTrans1D4" presStyleIdx="0" presStyleCnt="8"/>
      <dgm:spPr/>
    </dgm:pt>
    <dgm:pt modelId="{D02B837E-F721-4555-881E-158B93EF3592}" type="pres">
      <dgm:prSet presAssocID="{17B28C8D-4122-47D7-B7FB-F388CF6C3000}" presName="hierRoot2" presStyleCnt="0">
        <dgm:presLayoutVars>
          <dgm:hierBranch val="init"/>
        </dgm:presLayoutVars>
      </dgm:prSet>
      <dgm:spPr/>
    </dgm:pt>
    <dgm:pt modelId="{AD4203E2-3BE5-46AC-91B2-715D4FCDE16D}" type="pres">
      <dgm:prSet presAssocID="{17B28C8D-4122-47D7-B7FB-F388CF6C3000}" presName="rootComposite2" presStyleCnt="0"/>
      <dgm:spPr/>
    </dgm:pt>
    <dgm:pt modelId="{51FD43AE-B652-4E29-970A-B221B80CBE54}" type="pres">
      <dgm:prSet presAssocID="{17B28C8D-4122-47D7-B7FB-F388CF6C3000}" presName="rootText2" presStyleLbl="alignAcc1" presStyleIdx="0" presStyleCnt="0">
        <dgm:presLayoutVars>
          <dgm:chPref val="3"/>
        </dgm:presLayoutVars>
      </dgm:prSet>
      <dgm:spPr/>
    </dgm:pt>
    <dgm:pt modelId="{63012989-DB9B-47BB-AD0D-D2085871D2FF}" type="pres">
      <dgm:prSet presAssocID="{17B28C8D-4122-47D7-B7FB-F388CF6C3000}" presName="topArc2" presStyleLbl="parChTrans1D1" presStyleIdx="6" presStyleCnt="30"/>
      <dgm:spPr/>
    </dgm:pt>
    <dgm:pt modelId="{106C4A30-F25A-4C95-AE83-D78F4BC119FF}" type="pres">
      <dgm:prSet presAssocID="{17B28C8D-4122-47D7-B7FB-F388CF6C3000}" presName="bottomArc2" presStyleLbl="parChTrans1D1" presStyleIdx="7" presStyleCnt="30"/>
      <dgm:spPr/>
    </dgm:pt>
    <dgm:pt modelId="{3688FA94-6F7B-4904-ADF7-AF3F2114FE73}" type="pres">
      <dgm:prSet presAssocID="{17B28C8D-4122-47D7-B7FB-F388CF6C3000}" presName="topConnNode2" presStyleLbl="node4" presStyleIdx="0" presStyleCnt="0"/>
      <dgm:spPr/>
    </dgm:pt>
    <dgm:pt modelId="{DD5822BB-A04B-43F9-8A42-E3EE52F55241}" type="pres">
      <dgm:prSet presAssocID="{17B28C8D-4122-47D7-B7FB-F388CF6C3000}" presName="hierChild4" presStyleCnt="0"/>
      <dgm:spPr/>
    </dgm:pt>
    <dgm:pt modelId="{F2392E57-D8E2-428C-A0F5-C97C1F1E04FE}" type="pres">
      <dgm:prSet presAssocID="{17B28C8D-4122-47D7-B7FB-F388CF6C3000}" presName="hierChild5" presStyleCnt="0"/>
      <dgm:spPr/>
    </dgm:pt>
    <dgm:pt modelId="{EEEAB8B4-B389-4993-BB6F-08A96E526912}" type="pres">
      <dgm:prSet presAssocID="{38E04EEA-C159-4C5C-9FBC-5AD5689D40A4}" presName="Name28" presStyleLbl="parChTrans1D4" presStyleIdx="1" presStyleCnt="8"/>
      <dgm:spPr/>
    </dgm:pt>
    <dgm:pt modelId="{850F310F-7FA6-4CBE-BEEF-59BC9EF587C5}" type="pres">
      <dgm:prSet presAssocID="{046AD741-59DE-4633-A525-7FE00DBEB49B}" presName="hierRoot2" presStyleCnt="0">
        <dgm:presLayoutVars>
          <dgm:hierBranch val="init"/>
        </dgm:presLayoutVars>
      </dgm:prSet>
      <dgm:spPr/>
    </dgm:pt>
    <dgm:pt modelId="{B7B8DF43-9EC6-4365-8FD8-B2034861E78F}" type="pres">
      <dgm:prSet presAssocID="{046AD741-59DE-4633-A525-7FE00DBEB49B}" presName="rootComposite2" presStyleCnt="0"/>
      <dgm:spPr/>
    </dgm:pt>
    <dgm:pt modelId="{DBAFB44D-FE38-42C5-8336-8ACBA5005AF5}" type="pres">
      <dgm:prSet presAssocID="{046AD741-59DE-4633-A525-7FE00DBEB49B}" presName="rootText2" presStyleLbl="alignAcc1" presStyleIdx="0" presStyleCnt="0">
        <dgm:presLayoutVars>
          <dgm:chPref val="3"/>
        </dgm:presLayoutVars>
      </dgm:prSet>
      <dgm:spPr/>
    </dgm:pt>
    <dgm:pt modelId="{23FA3DFD-290C-4DC8-8E6C-016EE59B0937}" type="pres">
      <dgm:prSet presAssocID="{046AD741-59DE-4633-A525-7FE00DBEB49B}" presName="topArc2" presStyleLbl="parChTrans1D1" presStyleIdx="8" presStyleCnt="30"/>
      <dgm:spPr/>
    </dgm:pt>
    <dgm:pt modelId="{1AC30DFC-DAEB-4E23-BB23-BCAEFDCF71D6}" type="pres">
      <dgm:prSet presAssocID="{046AD741-59DE-4633-A525-7FE00DBEB49B}" presName="bottomArc2" presStyleLbl="parChTrans1D1" presStyleIdx="9" presStyleCnt="30"/>
      <dgm:spPr/>
    </dgm:pt>
    <dgm:pt modelId="{F2F9187C-F96B-4812-A6D6-0383A6D1C47E}" type="pres">
      <dgm:prSet presAssocID="{046AD741-59DE-4633-A525-7FE00DBEB49B}" presName="topConnNode2" presStyleLbl="node4" presStyleIdx="0" presStyleCnt="0"/>
      <dgm:spPr/>
    </dgm:pt>
    <dgm:pt modelId="{9EC839E1-3E93-4DE2-8FAC-CAB5339A2F7F}" type="pres">
      <dgm:prSet presAssocID="{046AD741-59DE-4633-A525-7FE00DBEB49B}" presName="hierChild4" presStyleCnt="0"/>
      <dgm:spPr/>
    </dgm:pt>
    <dgm:pt modelId="{BBFC1BCC-C7C2-4BE8-BF4B-A840CC81886D}" type="pres">
      <dgm:prSet presAssocID="{046AD741-59DE-4633-A525-7FE00DBEB49B}" presName="hierChild5" presStyleCnt="0"/>
      <dgm:spPr/>
    </dgm:pt>
    <dgm:pt modelId="{847F2F92-5488-4288-8132-06DC297EBD93}" type="pres">
      <dgm:prSet presAssocID="{1A94D251-C1DF-49B7-B803-397CC4E374C8}" presName="hierChild5" presStyleCnt="0"/>
      <dgm:spPr/>
    </dgm:pt>
    <dgm:pt modelId="{FF949335-EF86-4C3F-84CD-5BB53B656E9A}" type="pres">
      <dgm:prSet presAssocID="{C618F4B1-D56C-40B0-A9BB-A1AC22AA90C0}" presName="Name28" presStyleLbl="parChTrans1D3" presStyleIdx="1" presStyleCnt="4"/>
      <dgm:spPr/>
    </dgm:pt>
    <dgm:pt modelId="{E8AFFCC9-FEC6-4BB9-B68F-6FE94830A288}" type="pres">
      <dgm:prSet presAssocID="{D6D663EA-8C9E-4A6C-8696-EA6202B67EB8}" presName="hierRoot2" presStyleCnt="0">
        <dgm:presLayoutVars>
          <dgm:hierBranch val="init"/>
        </dgm:presLayoutVars>
      </dgm:prSet>
      <dgm:spPr/>
    </dgm:pt>
    <dgm:pt modelId="{3352FE6E-B9BC-470B-A6E8-AD7A8AF06412}" type="pres">
      <dgm:prSet presAssocID="{D6D663EA-8C9E-4A6C-8696-EA6202B67EB8}" presName="rootComposite2" presStyleCnt="0"/>
      <dgm:spPr/>
    </dgm:pt>
    <dgm:pt modelId="{FC8028A1-1C4F-481D-A140-8D82CFE85080}" type="pres">
      <dgm:prSet presAssocID="{D6D663EA-8C9E-4A6C-8696-EA6202B67EB8}" presName="rootText2" presStyleLbl="alignAcc1" presStyleIdx="0" presStyleCnt="0">
        <dgm:presLayoutVars>
          <dgm:chPref val="3"/>
        </dgm:presLayoutVars>
      </dgm:prSet>
      <dgm:spPr/>
    </dgm:pt>
    <dgm:pt modelId="{228C9A2A-60F2-4A15-83FC-8BCB410F20D0}" type="pres">
      <dgm:prSet presAssocID="{D6D663EA-8C9E-4A6C-8696-EA6202B67EB8}" presName="topArc2" presStyleLbl="parChTrans1D1" presStyleIdx="10" presStyleCnt="30"/>
      <dgm:spPr/>
    </dgm:pt>
    <dgm:pt modelId="{382CFC46-0D19-46EA-A689-AEB267878B78}" type="pres">
      <dgm:prSet presAssocID="{D6D663EA-8C9E-4A6C-8696-EA6202B67EB8}" presName="bottomArc2" presStyleLbl="parChTrans1D1" presStyleIdx="11" presStyleCnt="30"/>
      <dgm:spPr/>
    </dgm:pt>
    <dgm:pt modelId="{37748CC3-E5AD-48A0-BE81-C5004DED894E}" type="pres">
      <dgm:prSet presAssocID="{D6D663EA-8C9E-4A6C-8696-EA6202B67EB8}" presName="topConnNode2" presStyleLbl="node3" presStyleIdx="0" presStyleCnt="0"/>
      <dgm:spPr/>
    </dgm:pt>
    <dgm:pt modelId="{B4F80EF9-E64B-472B-A469-A476EEA31B0B}" type="pres">
      <dgm:prSet presAssocID="{D6D663EA-8C9E-4A6C-8696-EA6202B67EB8}" presName="hierChild4" presStyleCnt="0"/>
      <dgm:spPr/>
    </dgm:pt>
    <dgm:pt modelId="{D20CC9FF-81BA-4BB9-8106-BF6125FD3730}" type="pres">
      <dgm:prSet presAssocID="{D05EA4EE-52C7-4A7F-9A69-CD36D787717D}" presName="Name28" presStyleLbl="parChTrans1D4" presStyleIdx="2" presStyleCnt="8"/>
      <dgm:spPr/>
    </dgm:pt>
    <dgm:pt modelId="{9B9C48D4-8E0F-4486-B41D-630F3E613B64}" type="pres">
      <dgm:prSet presAssocID="{A42DED5E-3919-412A-8377-DE6122E1AD30}" presName="hierRoot2" presStyleCnt="0">
        <dgm:presLayoutVars>
          <dgm:hierBranch val="init"/>
        </dgm:presLayoutVars>
      </dgm:prSet>
      <dgm:spPr/>
    </dgm:pt>
    <dgm:pt modelId="{418D66F2-2A38-4521-B952-0E0EF7492910}" type="pres">
      <dgm:prSet presAssocID="{A42DED5E-3919-412A-8377-DE6122E1AD30}" presName="rootComposite2" presStyleCnt="0"/>
      <dgm:spPr/>
    </dgm:pt>
    <dgm:pt modelId="{7C856A6F-2114-46B4-AC71-0E5C151F1FA4}" type="pres">
      <dgm:prSet presAssocID="{A42DED5E-3919-412A-8377-DE6122E1AD30}" presName="rootText2" presStyleLbl="alignAcc1" presStyleIdx="0" presStyleCnt="0">
        <dgm:presLayoutVars>
          <dgm:chPref val="3"/>
        </dgm:presLayoutVars>
      </dgm:prSet>
      <dgm:spPr/>
    </dgm:pt>
    <dgm:pt modelId="{D5B36B7C-6A10-46BB-8A16-BD262A7BA042}" type="pres">
      <dgm:prSet presAssocID="{A42DED5E-3919-412A-8377-DE6122E1AD30}" presName="topArc2" presStyleLbl="parChTrans1D1" presStyleIdx="12" presStyleCnt="30"/>
      <dgm:spPr/>
    </dgm:pt>
    <dgm:pt modelId="{9A1BFFBA-A8DB-49CD-9143-33E1E80D4AD3}" type="pres">
      <dgm:prSet presAssocID="{A42DED5E-3919-412A-8377-DE6122E1AD30}" presName="bottomArc2" presStyleLbl="parChTrans1D1" presStyleIdx="13" presStyleCnt="30"/>
      <dgm:spPr/>
    </dgm:pt>
    <dgm:pt modelId="{A1CE3BD4-93EB-4D9B-A5AF-88A37249DC2E}" type="pres">
      <dgm:prSet presAssocID="{A42DED5E-3919-412A-8377-DE6122E1AD30}" presName="topConnNode2" presStyleLbl="node4" presStyleIdx="0" presStyleCnt="0"/>
      <dgm:spPr/>
    </dgm:pt>
    <dgm:pt modelId="{7CFA845E-85E5-4804-8EAA-AD6F89ADF4CD}" type="pres">
      <dgm:prSet presAssocID="{A42DED5E-3919-412A-8377-DE6122E1AD30}" presName="hierChild4" presStyleCnt="0"/>
      <dgm:spPr/>
    </dgm:pt>
    <dgm:pt modelId="{A7A90A0B-A5ED-4314-A513-D1AC436EA611}" type="pres">
      <dgm:prSet presAssocID="{A42DED5E-3919-412A-8377-DE6122E1AD30}" presName="hierChild5" presStyleCnt="0"/>
      <dgm:spPr/>
    </dgm:pt>
    <dgm:pt modelId="{A2E9C3D7-1CFD-484C-80CB-B939465E74A5}" type="pres">
      <dgm:prSet presAssocID="{15779972-6EB7-4A17-A8F4-C736B5F0CED0}" presName="Name28" presStyleLbl="parChTrans1D4" presStyleIdx="3" presStyleCnt="8"/>
      <dgm:spPr/>
    </dgm:pt>
    <dgm:pt modelId="{21A561EF-4D88-47A7-9EA9-2499FDEB2E56}" type="pres">
      <dgm:prSet presAssocID="{36515DAA-DE94-4D05-BF16-8D5E13CADE3A}" presName="hierRoot2" presStyleCnt="0">
        <dgm:presLayoutVars>
          <dgm:hierBranch val="init"/>
        </dgm:presLayoutVars>
      </dgm:prSet>
      <dgm:spPr/>
    </dgm:pt>
    <dgm:pt modelId="{141D79A9-BB86-41CC-9F45-8577E4C7CAA1}" type="pres">
      <dgm:prSet presAssocID="{36515DAA-DE94-4D05-BF16-8D5E13CADE3A}" presName="rootComposite2" presStyleCnt="0"/>
      <dgm:spPr/>
    </dgm:pt>
    <dgm:pt modelId="{73B7B76A-4FDA-4A6A-A669-6366E7C7D503}" type="pres">
      <dgm:prSet presAssocID="{36515DAA-DE94-4D05-BF16-8D5E13CADE3A}" presName="rootText2" presStyleLbl="alignAcc1" presStyleIdx="0" presStyleCnt="0">
        <dgm:presLayoutVars>
          <dgm:chPref val="3"/>
        </dgm:presLayoutVars>
      </dgm:prSet>
      <dgm:spPr/>
    </dgm:pt>
    <dgm:pt modelId="{2A31C1E1-03B1-4FC4-AFDB-875E7795AE04}" type="pres">
      <dgm:prSet presAssocID="{36515DAA-DE94-4D05-BF16-8D5E13CADE3A}" presName="topArc2" presStyleLbl="parChTrans1D1" presStyleIdx="14" presStyleCnt="30"/>
      <dgm:spPr/>
    </dgm:pt>
    <dgm:pt modelId="{5E0965C0-5AFB-434F-A3DB-D2F12A6378C9}" type="pres">
      <dgm:prSet presAssocID="{36515DAA-DE94-4D05-BF16-8D5E13CADE3A}" presName="bottomArc2" presStyleLbl="parChTrans1D1" presStyleIdx="15" presStyleCnt="30"/>
      <dgm:spPr/>
    </dgm:pt>
    <dgm:pt modelId="{1D8A1D2F-AF12-493E-9CA5-CA4703FA6E6E}" type="pres">
      <dgm:prSet presAssocID="{36515DAA-DE94-4D05-BF16-8D5E13CADE3A}" presName="topConnNode2" presStyleLbl="node4" presStyleIdx="0" presStyleCnt="0"/>
      <dgm:spPr/>
    </dgm:pt>
    <dgm:pt modelId="{6EF635A1-5683-44FE-83FC-1E6B3CECF7CF}" type="pres">
      <dgm:prSet presAssocID="{36515DAA-DE94-4D05-BF16-8D5E13CADE3A}" presName="hierChild4" presStyleCnt="0"/>
      <dgm:spPr/>
    </dgm:pt>
    <dgm:pt modelId="{86CE8250-BE47-4555-AC0B-F0156C6AF5FD}" type="pres">
      <dgm:prSet presAssocID="{36515DAA-DE94-4D05-BF16-8D5E13CADE3A}" presName="hierChild5" presStyleCnt="0"/>
      <dgm:spPr/>
    </dgm:pt>
    <dgm:pt modelId="{376657AB-CE40-46FC-963E-087499F91086}" type="pres">
      <dgm:prSet presAssocID="{D6D663EA-8C9E-4A6C-8696-EA6202B67EB8}" presName="hierChild5" presStyleCnt="0"/>
      <dgm:spPr/>
    </dgm:pt>
    <dgm:pt modelId="{C01B95F5-BEA7-46E7-BFB9-4A4A5F236D50}" type="pres">
      <dgm:prSet presAssocID="{6FD54DCC-0420-4B69-949E-C600DAC3EA80}" presName="hierChild5" presStyleCnt="0"/>
      <dgm:spPr/>
    </dgm:pt>
    <dgm:pt modelId="{D506726C-AA66-40C5-AF7C-E50BED765525}" type="pres">
      <dgm:prSet presAssocID="{48F43ED3-A177-4096-B556-EB782F87985E}" presName="Name28" presStyleLbl="parChTrans1D2" presStyleIdx="1" presStyleCnt="2"/>
      <dgm:spPr/>
    </dgm:pt>
    <dgm:pt modelId="{E4D9D197-E3B9-4757-8B58-6033B92BF270}" type="pres">
      <dgm:prSet presAssocID="{0C87090F-02B0-44D5-BD4B-E5AE0D1FA7F1}" presName="hierRoot2" presStyleCnt="0">
        <dgm:presLayoutVars>
          <dgm:hierBranch val="init"/>
        </dgm:presLayoutVars>
      </dgm:prSet>
      <dgm:spPr/>
    </dgm:pt>
    <dgm:pt modelId="{A3B514E7-5967-4BCC-92DF-53E5B1A03C88}" type="pres">
      <dgm:prSet presAssocID="{0C87090F-02B0-44D5-BD4B-E5AE0D1FA7F1}" presName="rootComposite2" presStyleCnt="0"/>
      <dgm:spPr/>
    </dgm:pt>
    <dgm:pt modelId="{31BC6EBC-9F13-4CC1-B3EF-F8743038C060}" type="pres">
      <dgm:prSet presAssocID="{0C87090F-02B0-44D5-BD4B-E5AE0D1FA7F1}" presName="rootText2" presStyleLbl="alignAcc1" presStyleIdx="0" presStyleCnt="0">
        <dgm:presLayoutVars>
          <dgm:chPref val="3"/>
        </dgm:presLayoutVars>
      </dgm:prSet>
      <dgm:spPr/>
    </dgm:pt>
    <dgm:pt modelId="{BC71956A-64CB-48F6-9FCF-9FA296A35025}" type="pres">
      <dgm:prSet presAssocID="{0C87090F-02B0-44D5-BD4B-E5AE0D1FA7F1}" presName="topArc2" presStyleLbl="parChTrans1D1" presStyleIdx="16" presStyleCnt="30"/>
      <dgm:spPr/>
    </dgm:pt>
    <dgm:pt modelId="{2F73DCFB-4613-45BE-BFCF-3699B10414DE}" type="pres">
      <dgm:prSet presAssocID="{0C87090F-02B0-44D5-BD4B-E5AE0D1FA7F1}" presName="bottomArc2" presStyleLbl="parChTrans1D1" presStyleIdx="17" presStyleCnt="30"/>
      <dgm:spPr/>
    </dgm:pt>
    <dgm:pt modelId="{F766ECC8-CCCC-4942-A38F-BD7C8E86F76D}" type="pres">
      <dgm:prSet presAssocID="{0C87090F-02B0-44D5-BD4B-E5AE0D1FA7F1}" presName="topConnNode2" presStyleLbl="node2" presStyleIdx="0" presStyleCnt="0"/>
      <dgm:spPr/>
    </dgm:pt>
    <dgm:pt modelId="{E3C1272B-E2A2-4640-BE9D-117A1EE09618}" type="pres">
      <dgm:prSet presAssocID="{0C87090F-02B0-44D5-BD4B-E5AE0D1FA7F1}" presName="hierChild4" presStyleCnt="0"/>
      <dgm:spPr/>
    </dgm:pt>
    <dgm:pt modelId="{732BB26F-C878-4950-A5F4-8AEA82859E1C}" type="pres">
      <dgm:prSet presAssocID="{0269C22A-A20B-4CCC-917A-8B311E437315}" presName="Name28" presStyleLbl="parChTrans1D3" presStyleIdx="2" presStyleCnt="4"/>
      <dgm:spPr/>
    </dgm:pt>
    <dgm:pt modelId="{0EBB6451-ED2B-4B68-9560-11BDA018B1A4}" type="pres">
      <dgm:prSet presAssocID="{A97D053E-A973-4364-B69E-A280008FFC90}" presName="hierRoot2" presStyleCnt="0">
        <dgm:presLayoutVars>
          <dgm:hierBranch val="init"/>
        </dgm:presLayoutVars>
      </dgm:prSet>
      <dgm:spPr/>
    </dgm:pt>
    <dgm:pt modelId="{A5C6BE2D-F16A-46FA-901B-B760A832C0CE}" type="pres">
      <dgm:prSet presAssocID="{A97D053E-A973-4364-B69E-A280008FFC90}" presName="rootComposite2" presStyleCnt="0"/>
      <dgm:spPr/>
    </dgm:pt>
    <dgm:pt modelId="{A8DFAC77-CA84-4709-A9F2-A25E7F5F4130}" type="pres">
      <dgm:prSet presAssocID="{A97D053E-A973-4364-B69E-A280008FFC90}" presName="rootText2" presStyleLbl="alignAcc1" presStyleIdx="0" presStyleCnt="0">
        <dgm:presLayoutVars>
          <dgm:chPref val="3"/>
        </dgm:presLayoutVars>
      </dgm:prSet>
      <dgm:spPr/>
    </dgm:pt>
    <dgm:pt modelId="{ABD7D83F-4881-4D8E-8D89-031D6D9AAB54}" type="pres">
      <dgm:prSet presAssocID="{A97D053E-A973-4364-B69E-A280008FFC90}" presName="topArc2" presStyleLbl="parChTrans1D1" presStyleIdx="18" presStyleCnt="30"/>
      <dgm:spPr/>
    </dgm:pt>
    <dgm:pt modelId="{E99928FC-2122-4D2F-BA4D-596B521E862D}" type="pres">
      <dgm:prSet presAssocID="{A97D053E-A973-4364-B69E-A280008FFC90}" presName="bottomArc2" presStyleLbl="parChTrans1D1" presStyleIdx="19" presStyleCnt="30"/>
      <dgm:spPr/>
    </dgm:pt>
    <dgm:pt modelId="{DFE4989C-051D-4001-9A99-F68F51B0256D}" type="pres">
      <dgm:prSet presAssocID="{A97D053E-A973-4364-B69E-A280008FFC90}" presName="topConnNode2" presStyleLbl="node3" presStyleIdx="0" presStyleCnt="0"/>
      <dgm:spPr/>
    </dgm:pt>
    <dgm:pt modelId="{EBB55048-4C90-481E-B3D5-4DE7811A7A13}" type="pres">
      <dgm:prSet presAssocID="{A97D053E-A973-4364-B69E-A280008FFC90}" presName="hierChild4" presStyleCnt="0"/>
      <dgm:spPr/>
    </dgm:pt>
    <dgm:pt modelId="{E22B1C43-60A7-4B67-A963-2784A4D2EF8D}" type="pres">
      <dgm:prSet presAssocID="{E61AFEE5-2004-43A9-AA62-07A1459E6FC5}" presName="Name28" presStyleLbl="parChTrans1D4" presStyleIdx="4" presStyleCnt="8"/>
      <dgm:spPr/>
    </dgm:pt>
    <dgm:pt modelId="{EB073F86-5380-4748-90B2-1B882947AC32}" type="pres">
      <dgm:prSet presAssocID="{BF1D701A-DD2D-4121-8BFA-FBE1FBF81F9E}" presName="hierRoot2" presStyleCnt="0">
        <dgm:presLayoutVars>
          <dgm:hierBranch val="init"/>
        </dgm:presLayoutVars>
      </dgm:prSet>
      <dgm:spPr/>
    </dgm:pt>
    <dgm:pt modelId="{83730C01-5873-493A-8EF8-949D58491A19}" type="pres">
      <dgm:prSet presAssocID="{BF1D701A-DD2D-4121-8BFA-FBE1FBF81F9E}" presName="rootComposite2" presStyleCnt="0"/>
      <dgm:spPr/>
    </dgm:pt>
    <dgm:pt modelId="{DB07D42D-6FD2-4645-BE24-2A4491405F6C}" type="pres">
      <dgm:prSet presAssocID="{BF1D701A-DD2D-4121-8BFA-FBE1FBF81F9E}" presName="rootText2" presStyleLbl="alignAcc1" presStyleIdx="0" presStyleCnt="0">
        <dgm:presLayoutVars>
          <dgm:chPref val="3"/>
        </dgm:presLayoutVars>
      </dgm:prSet>
      <dgm:spPr/>
    </dgm:pt>
    <dgm:pt modelId="{7A230229-B42E-4F02-AD35-1C2364030CBD}" type="pres">
      <dgm:prSet presAssocID="{BF1D701A-DD2D-4121-8BFA-FBE1FBF81F9E}" presName="topArc2" presStyleLbl="parChTrans1D1" presStyleIdx="20" presStyleCnt="30"/>
      <dgm:spPr/>
    </dgm:pt>
    <dgm:pt modelId="{71A1F77B-DD25-4147-B788-93DE9348E5EA}" type="pres">
      <dgm:prSet presAssocID="{BF1D701A-DD2D-4121-8BFA-FBE1FBF81F9E}" presName="bottomArc2" presStyleLbl="parChTrans1D1" presStyleIdx="21" presStyleCnt="30"/>
      <dgm:spPr/>
    </dgm:pt>
    <dgm:pt modelId="{036612C5-F882-44BF-A268-784625D9A631}" type="pres">
      <dgm:prSet presAssocID="{BF1D701A-DD2D-4121-8BFA-FBE1FBF81F9E}" presName="topConnNode2" presStyleLbl="node4" presStyleIdx="0" presStyleCnt="0"/>
      <dgm:spPr/>
    </dgm:pt>
    <dgm:pt modelId="{C4791C4A-7E70-4E1C-BB4F-E2CD0BB796E2}" type="pres">
      <dgm:prSet presAssocID="{BF1D701A-DD2D-4121-8BFA-FBE1FBF81F9E}" presName="hierChild4" presStyleCnt="0"/>
      <dgm:spPr/>
    </dgm:pt>
    <dgm:pt modelId="{73E0045E-EFA3-4CE2-B0CD-E6C02A7020FD}" type="pres">
      <dgm:prSet presAssocID="{BF1D701A-DD2D-4121-8BFA-FBE1FBF81F9E}" presName="hierChild5" presStyleCnt="0"/>
      <dgm:spPr/>
    </dgm:pt>
    <dgm:pt modelId="{07350196-3F3F-46F6-B567-86FD02674E07}" type="pres">
      <dgm:prSet presAssocID="{B3F39DDC-3510-46CA-8785-019129068DE0}" presName="Name28" presStyleLbl="parChTrans1D4" presStyleIdx="5" presStyleCnt="8"/>
      <dgm:spPr/>
    </dgm:pt>
    <dgm:pt modelId="{735057E7-4CDE-4C87-AE48-3776E1944024}" type="pres">
      <dgm:prSet presAssocID="{79000407-B618-4AA0-AE6F-351CCF19973C}" presName="hierRoot2" presStyleCnt="0">
        <dgm:presLayoutVars>
          <dgm:hierBranch val="init"/>
        </dgm:presLayoutVars>
      </dgm:prSet>
      <dgm:spPr/>
    </dgm:pt>
    <dgm:pt modelId="{4630F677-86A5-4E4A-91BC-666D7F423DC3}" type="pres">
      <dgm:prSet presAssocID="{79000407-B618-4AA0-AE6F-351CCF19973C}" presName="rootComposite2" presStyleCnt="0"/>
      <dgm:spPr/>
    </dgm:pt>
    <dgm:pt modelId="{F7906674-33BB-4784-A29C-7B1103B5F655}" type="pres">
      <dgm:prSet presAssocID="{79000407-B618-4AA0-AE6F-351CCF19973C}" presName="rootText2" presStyleLbl="alignAcc1" presStyleIdx="0" presStyleCnt="0">
        <dgm:presLayoutVars>
          <dgm:chPref val="3"/>
        </dgm:presLayoutVars>
      </dgm:prSet>
      <dgm:spPr/>
    </dgm:pt>
    <dgm:pt modelId="{455FB3B8-9283-4D9D-8372-135388230A74}" type="pres">
      <dgm:prSet presAssocID="{79000407-B618-4AA0-AE6F-351CCF19973C}" presName="topArc2" presStyleLbl="parChTrans1D1" presStyleIdx="22" presStyleCnt="30"/>
      <dgm:spPr/>
    </dgm:pt>
    <dgm:pt modelId="{5961FE97-7677-485D-BF27-88FA51A5FA04}" type="pres">
      <dgm:prSet presAssocID="{79000407-B618-4AA0-AE6F-351CCF19973C}" presName="bottomArc2" presStyleLbl="parChTrans1D1" presStyleIdx="23" presStyleCnt="30"/>
      <dgm:spPr/>
    </dgm:pt>
    <dgm:pt modelId="{888E0E42-C97F-46F9-934E-D672F16B9F12}" type="pres">
      <dgm:prSet presAssocID="{79000407-B618-4AA0-AE6F-351CCF19973C}" presName="topConnNode2" presStyleLbl="node4" presStyleIdx="0" presStyleCnt="0"/>
      <dgm:spPr/>
    </dgm:pt>
    <dgm:pt modelId="{ACEB81C8-0916-45AF-80F3-ABC37967FB45}" type="pres">
      <dgm:prSet presAssocID="{79000407-B618-4AA0-AE6F-351CCF19973C}" presName="hierChild4" presStyleCnt="0"/>
      <dgm:spPr/>
    </dgm:pt>
    <dgm:pt modelId="{DFCE4478-555B-440D-9299-26A0EF1C5B2C}" type="pres">
      <dgm:prSet presAssocID="{79000407-B618-4AA0-AE6F-351CCF19973C}" presName="hierChild5" presStyleCnt="0"/>
      <dgm:spPr/>
    </dgm:pt>
    <dgm:pt modelId="{18A39CD3-8A91-4DD9-AEEC-007BBB63B899}" type="pres">
      <dgm:prSet presAssocID="{A97D053E-A973-4364-B69E-A280008FFC90}" presName="hierChild5" presStyleCnt="0"/>
      <dgm:spPr/>
    </dgm:pt>
    <dgm:pt modelId="{C6810C1C-C8E8-4000-A812-407B53B997F6}" type="pres">
      <dgm:prSet presAssocID="{E3D22BD8-B8F5-4AEB-A8DD-53D6A1A29BAD}" presName="Name28" presStyleLbl="parChTrans1D3" presStyleIdx="3" presStyleCnt="4"/>
      <dgm:spPr/>
    </dgm:pt>
    <dgm:pt modelId="{C2722488-4061-4FB5-903B-95FC61FD688F}" type="pres">
      <dgm:prSet presAssocID="{991DD7BB-FD91-49EE-AAF5-140AB35E43F7}" presName="hierRoot2" presStyleCnt="0">
        <dgm:presLayoutVars>
          <dgm:hierBranch val="init"/>
        </dgm:presLayoutVars>
      </dgm:prSet>
      <dgm:spPr/>
    </dgm:pt>
    <dgm:pt modelId="{72E9F827-69CA-412B-92E1-E05887F67618}" type="pres">
      <dgm:prSet presAssocID="{991DD7BB-FD91-49EE-AAF5-140AB35E43F7}" presName="rootComposite2" presStyleCnt="0"/>
      <dgm:spPr/>
    </dgm:pt>
    <dgm:pt modelId="{3BAA9E28-6CB0-4371-B1D7-5019A586CA49}" type="pres">
      <dgm:prSet presAssocID="{991DD7BB-FD91-49EE-AAF5-140AB35E43F7}" presName="rootText2" presStyleLbl="alignAcc1" presStyleIdx="0" presStyleCnt="0">
        <dgm:presLayoutVars>
          <dgm:chPref val="3"/>
        </dgm:presLayoutVars>
      </dgm:prSet>
      <dgm:spPr/>
    </dgm:pt>
    <dgm:pt modelId="{49D893CE-4598-404D-9E43-FF3A4257B7C2}" type="pres">
      <dgm:prSet presAssocID="{991DD7BB-FD91-49EE-AAF5-140AB35E43F7}" presName="topArc2" presStyleLbl="parChTrans1D1" presStyleIdx="24" presStyleCnt="30"/>
      <dgm:spPr/>
    </dgm:pt>
    <dgm:pt modelId="{1D26CBF5-832D-402F-A843-0459DD4F83D8}" type="pres">
      <dgm:prSet presAssocID="{991DD7BB-FD91-49EE-AAF5-140AB35E43F7}" presName="bottomArc2" presStyleLbl="parChTrans1D1" presStyleIdx="25" presStyleCnt="30"/>
      <dgm:spPr/>
    </dgm:pt>
    <dgm:pt modelId="{AEA19D03-6090-48B9-8DB5-A314F305A7D6}" type="pres">
      <dgm:prSet presAssocID="{991DD7BB-FD91-49EE-AAF5-140AB35E43F7}" presName="topConnNode2" presStyleLbl="node3" presStyleIdx="0" presStyleCnt="0"/>
      <dgm:spPr/>
    </dgm:pt>
    <dgm:pt modelId="{5A119D5D-6100-4CB8-9B79-0BD2BEB5D3B8}" type="pres">
      <dgm:prSet presAssocID="{991DD7BB-FD91-49EE-AAF5-140AB35E43F7}" presName="hierChild4" presStyleCnt="0"/>
      <dgm:spPr/>
    </dgm:pt>
    <dgm:pt modelId="{707D8964-989E-4E70-B933-EB6FDED2A88C}" type="pres">
      <dgm:prSet presAssocID="{3B869A9C-B7D4-4C45-83F4-03ACDF260BAA}" presName="Name28" presStyleLbl="parChTrans1D4" presStyleIdx="6" presStyleCnt="8"/>
      <dgm:spPr/>
    </dgm:pt>
    <dgm:pt modelId="{522BDD3C-D781-4AE5-B89B-EEF5C63C29A4}" type="pres">
      <dgm:prSet presAssocID="{3E8CD513-115F-4B58-815D-06B1F22F397C}" presName="hierRoot2" presStyleCnt="0">
        <dgm:presLayoutVars>
          <dgm:hierBranch val="init"/>
        </dgm:presLayoutVars>
      </dgm:prSet>
      <dgm:spPr/>
    </dgm:pt>
    <dgm:pt modelId="{F0B4A213-E4C1-493F-89FF-72C7A14DDCAB}" type="pres">
      <dgm:prSet presAssocID="{3E8CD513-115F-4B58-815D-06B1F22F397C}" presName="rootComposite2" presStyleCnt="0"/>
      <dgm:spPr/>
    </dgm:pt>
    <dgm:pt modelId="{750907CB-AC12-4D5B-B2B9-07F993C45885}" type="pres">
      <dgm:prSet presAssocID="{3E8CD513-115F-4B58-815D-06B1F22F397C}" presName="rootText2" presStyleLbl="alignAcc1" presStyleIdx="0" presStyleCnt="0">
        <dgm:presLayoutVars>
          <dgm:chPref val="3"/>
        </dgm:presLayoutVars>
      </dgm:prSet>
      <dgm:spPr/>
    </dgm:pt>
    <dgm:pt modelId="{92622384-50F6-4738-9B98-CE96F6D6B14A}" type="pres">
      <dgm:prSet presAssocID="{3E8CD513-115F-4B58-815D-06B1F22F397C}" presName="topArc2" presStyleLbl="parChTrans1D1" presStyleIdx="26" presStyleCnt="30"/>
      <dgm:spPr/>
    </dgm:pt>
    <dgm:pt modelId="{8EAC22E1-F2CF-4F43-BA96-5FB357026784}" type="pres">
      <dgm:prSet presAssocID="{3E8CD513-115F-4B58-815D-06B1F22F397C}" presName="bottomArc2" presStyleLbl="parChTrans1D1" presStyleIdx="27" presStyleCnt="30"/>
      <dgm:spPr/>
    </dgm:pt>
    <dgm:pt modelId="{2E6F854A-17D4-4305-B800-6F3C26F4CA51}" type="pres">
      <dgm:prSet presAssocID="{3E8CD513-115F-4B58-815D-06B1F22F397C}" presName="topConnNode2" presStyleLbl="node4" presStyleIdx="0" presStyleCnt="0"/>
      <dgm:spPr/>
    </dgm:pt>
    <dgm:pt modelId="{6AEADA62-C2F2-4211-8D68-9538F1028A2D}" type="pres">
      <dgm:prSet presAssocID="{3E8CD513-115F-4B58-815D-06B1F22F397C}" presName="hierChild4" presStyleCnt="0"/>
      <dgm:spPr/>
    </dgm:pt>
    <dgm:pt modelId="{BA4DF47B-6F24-4702-B550-B5F24F580AFA}" type="pres">
      <dgm:prSet presAssocID="{3E8CD513-115F-4B58-815D-06B1F22F397C}" presName="hierChild5" presStyleCnt="0"/>
      <dgm:spPr/>
    </dgm:pt>
    <dgm:pt modelId="{5BB9718D-D180-4BAF-91D8-FAC03AC0BDA6}" type="pres">
      <dgm:prSet presAssocID="{D29892E2-A45E-4000-9CA5-664212285B28}" presName="Name28" presStyleLbl="parChTrans1D4" presStyleIdx="7" presStyleCnt="8"/>
      <dgm:spPr/>
    </dgm:pt>
    <dgm:pt modelId="{368675D0-0BFB-4852-A88C-AE095BC9FABB}" type="pres">
      <dgm:prSet presAssocID="{E9F65067-7ACB-40C2-B29C-E9D30340A5AE}" presName="hierRoot2" presStyleCnt="0">
        <dgm:presLayoutVars>
          <dgm:hierBranch val="init"/>
        </dgm:presLayoutVars>
      </dgm:prSet>
      <dgm:spPr/>
    </dgm:pt>
    <dgm:pt modelId="{9308E193-8CED-42F9-AEF8-65C438E65DC3}" type="pres">
      <dgm:prSet presAssocID="{E9F65067-7ACB-40C2-B29C-E9D30340A5AE}" presName="rootComposite2" presStyleCnt="0"/>
      <dgm:spPr/>
    </dgm:pt>
    <dgm:pt modelId="{8BF28DC1-F227-4BF5-8F8A-DAC93A175962}" type="pres">
      <dgm:prSet presAssocID="{E9F65067-7ACB-40C2-B29C-E9D30340A5AE}" presName="rootText2" presStyleLbl="alignAcc1" presStyleIdx="0" presStyleCnt="0">
        <dgm:presLayoutVars>
          <dgm:chPref val="3"/>
        </dgm:presLayoutVars>
      </dgm:prSet>
      <dgm:spPr/>
    </dgm:pt>
    <dgm:pt modelId="{F2E35161-0DD7-4492-8F7A-B77A1B8E6A16}" type="pres">
      <dgm:prSet presAssocID="{E9F65067-7ACB-40C2-B29C-E9D30340A5AE}" presName="topArc2" presStyleLbl="parChTrans1D1" presStyleIdx="28" presStyleCnt="30"/>
      <dgm:spPr/>
    </dgm:pt>
    <dgm:pt modelId="{C5F6DB6F-A9F4-4760-B06F-E7B0F17E0202}" type="pres">
      <dgm:prSet presAssocID="{E9F65067-7ACB-40C2-B29C-E9D30340A5AE}" presName="bottomArc2" presStyleLbl="parChTrans1D1" presStyleIdx="29" presStyleCnt="30"/>
      <dgm:spPr/>
    </dgm:pt>
    <dgm:pt modelId="{41D3685A-DC57-4E00-8387-9835751F55EC}" type="pres">
      <dgm:prSet presAssocID="{E9F65067-7ACB-40C2-B29C-E9D30340A5AE}" presName="topConnNode2" presStyleLbl="node4" presStyleIdx="0" presStyleCnt="0"/>
      <dgm:spPr/>
    </dgm:pt>
    <dgm:pt modelId="{756EBA3D-588A-48E9-B94B-7C3E704A663A}" type="pres">
      <dgm:prSet presAssocID="{E9F65067-7ACB-40C2-B29C-E9D30340A5AE}" presName="hierChild4" presStyleCnt="0"/>
      <dgm:spPr/>
    </dgm:pt>
    <dgm:pt modelId="{23954C27-744D-4C14-99FC-341CE4B5F4E1}" type="pres">
      <dgm:prSet presAssocID="{E9F65067-7ACB-40C2-B29C-E9D30340A5AE}" presName="hierChild5" presStyleCnt="0"/>
      <dgm:spPr/>
    </dgm:pt>
    <dgm:pt modelId="{B55F7A5A-563E-4719-A1DA-801998CC9CC2}" type="pres">
      <dgm:prSet presAssocID="{991DD7BB-FD91-49EE-AAF5-140AB35E43F7}" presName="hierChild5" presStyleCnt="0"/>
      <dgm:spPr/>
    </dgm:pt>
    <dgm:pt modelId="{3CBF7913-A99F-4F3E-8DBF-D81370073B4B}" type="pres">
      <dgm:prSet presAssocID="{0C87090F-02B0-44D5-BD4B-E5AE0D1FA7F1}" presName="hierChild5" presStyleCnt="0"/>
      <dgm:spPr/>
    </dgm:pt>
    <dgm:pt modelId="{55A97B2B-CF90-4150-AFE3-1DED31AC6D5A}" type="pres">
      <dgm:prSet presAssocID="{19599602-9E94-449B-AE02-46C30491E28C}" presName="hierChild3" presStyleCnt="0"/>
      <dgm:spPr/>
    </dgm:pt>
  </dgm:ptLst>
  <dgm:cxnLst>
    <dgm:cxn modelId="{BD432600-6147-433D-AFDC-F01A1F2F1936}" type="presOf" srcId="{3B869A9C-B7D4-4C45-83F4-03ACDF260BAA}" destId="{707D8964-989E-4E70-B933-EB6FDED2A88C}" srcOrd="0" destOrd="0" presId="urn:microsoft.com/office/officeart/2008/layout/HalfCircleOrganizationChart"/>
    <dgm:cxn modelId="{2ADC3802-3C86-41B8-B66D-47E4FCE68F4A}" type="presOf" srcId="{79000407-B618-4AA0-AE6F-351CCF19973C}" destId="{F7906674-33BB-4784-A29C-7B1103B5F655}" srcOrd="0" destOrd="0" presId="urn:microsoft.com/office/officeart/2008/layout/HalfCircleOrganizationChart"/>
    <dgm:cxn modelId="{EB889005-384A-468F-A438-BCA4BE21A4EE}" srcId="{6FD54DCC-0420-4B69-949E-C600DAC3EA80}" destId="{1A94D251-C1DF-49B7-B803-397CC4E374C8}" srcOrd="0" destOrd="0" parTransId="{83470605-D50B-47C5-85E0-6C97CC1DEF2D}" sibTransId="{4B83F8D2-E6F1-4C2F-B422-0FF1AFE48807}"/>
    <dgm:cxn modelId="{B6D7D907-9F9B-4387-BA45-BA243BCC87FC}" type="presOf" srcId="{6F5CF077-1342-46A1-93F1-68D7723F3F8C}" destId="{2FA0EDE2-C038-4247-A158-CFA54FDBA7D8}" srcOrd="0" destOrd="0" presId="urn:microsoft.com/office/officeart/2008/layout/HalfCircleOrganizationChart"/>
    <dgm:cxn modelId="{B5F59609-B9A4-4B39-A2E5-9CF3E003FFED}" type="presOf" srcId="{17B28C8D-4122-47D7-B7FB-F388CF6C3000}" destId="{51FD43AE-B652-4E29-970A-B221B80CBE54}" srcOrd="0" destOrd="0" presId="urn:microsoft.com/office/officeart/2008/layout/HalfCircleOrganizationChart"/>
    <dgm:cxn modelId="{47797910-2E83-4904-8AAD-9BDDC54DD4B2}" type="presOf" srcId="{9EFAFD96-3601-4F17-BB82-DBBBA6C512D5}" destId="{3C8A43EC-8BE7-45F0-A5FF-2970571C116C}" srcOrd="0" destOrd="0" presId="urn:microsoft.com/office/officeart/2008/layout/HalfCircleOrganizationChart"/>
    <dgm:cxn modelId="{431EB81B-5B08-48F9-8483-50DA58E6FA2B}" type="presOf" srcId="{19599602-9E94-449B-AE02-46C30491E28C}" destId="{0CACE8F8-12A4-4395-B7F4-15F79AA9B89F}" srcOrd="0" destOrd="0" presId="urn:microsoft.com/office/officeart/2008/layout/HalfCircleOrganizationChart"/>
    <dgm:cxn modelId="{779E6A1D-07A6-44AF-93EE-66607B9EEEE5}" type="presOf" srcId="{83470605-D50B-47C5-85E0-6C97CC1DEF2D}" destId="{05AA4A42-4E67-4DB8-BA79-C5E6605AA54D}" srcOrd="0" destOrd="0" presId="urn:microsoft.com/office/officeart/2008/layout/HalfCircleOrganizationChart"/>
    <dgm:cxn modelId="{3FDB5A23-E4BF-4CB0-8BAD-114B3A89464E}" type="presOf" srcId="{3E8CD513-115F-4B58-815D-06B1F22F397C}" destId="{750907CB-AC12-4D5B-B2B9-07F993C45885}" srcOrd="0" destOrd="0" presId="urn:microsoft.com/office/officeart/2008/layout/HalfCircleOrganizationChart"/>
    <dgm:cxn modelId="{F31D9927-653A-4ABE-BFDC-3D9C22B172A9}" type="presOf" srcId="{B3F39DDC-3510-46CA-8785-019129068DE0}" destId="{07350196-3F3F-46F6-B567-86FD02674E07}" srcOrd="0" destOrd="0" presId="urn:microsoft.com/office/officeart/2008/layout/HalfCircleOrganizationChart"/>
    <dgm:cxn modelId="{6AD0832E-D0E5-4DFA-A2C1-539A1049A92A}" srcId="{6FD54DCC-0420-4B69-949E-C600DAC3EA80}" destId="{D6D663EA-8C9E-4A6C-8696-EA6202B67EB8}" srcOrd="1" destOrd="0" parTransId="{C618F4B1-D56C-40B0-A9BB-A1AC22AA90C0}" sibTransId="{350208D2-B2AB-46F5-A396-E4E2016A900E}"/>
    <dgm:cxn modelId="{06C05031-CC2B-43C8-8D83-6BE882BBEE11}" srcId="{0C87090F-02B0-44D5-BD4B-E5AE0D1FA7F1}" destId="{A97D053E-A973-4364-B69E-A280008FFC90}" srcOrd="0" destOrd="0" parTransId="{0269C22A-A20B-4CCC-917A-8B311E437315}" sibTransId="{243C102C-DAA2-4245-A1D1-9E6A71F7AB05}"/>
    <dgm:cxn modelId="{125EBF3B-CE5C-4EA2-A46E-63BAD494E93C}" type="presOf" srcId="{D05EA4EE-52C7-4A7F-9A69-CD36D787717D}" destId="{D20CC9FF-81BA-4BB9-8106-BF6125FD3730}" srcOrd="0" destOrd="0" presId="urn:microsoft.com/office/officeart/2008/layout/HalfCircleOrganizationChart"/>
    <dgm:cxn modelId="{2B80D23B-5A2B-4D63-AF88-2D04D8D865AC}" srcId="{0C87090F-02B0-44D5-BD4B-E5AE0D1FA7F1}" destId="{991DD7BB-FD91-49EE-AAF5-140AB35E43F7}" srcOrd="1" destOrd="0" parTransId="{E3D22BD8-B8F5-4AEB-A8DD-53D6A1A29BAD}" sibTransId="{8C5DE38B-5BD6-4776-8A20-AEE9D7B23E51}"/>
    <dgm:cxn modelId="{24F9315C-016B-4126-8D5B-209EBB684617}" type="presOf" srcId="{6FD54DCC-0420-4B69-949E-C600DAC3EA80}" destId="{43CEF602-64B8-4197-8172-7EA0F8E7FC8D}" srcOrd="0" destOrd="0" presId="urn:microsoft.com/office/officeart/2008/layout/HalfCircleOrganizationChart"/>
    <dgm:cxn modelId="{D25CDD62-2413-4443-B477-7A362D4E9E2C}" type="presOf" srcId="{BF1D701A-DD2D-4121-8BFA-FBE1FBF81F9E}" destId="{036612C5-F882-44BF-A268-784625D9A631}" srcOrd="1" destOrd="0" presId="urn:microsoft.com/office/officeart/2008/layout/HalfCircleOrganizationChart"/>
    <dgm:cxn modelId="{49B17D65-6E5E-48F0-B40D-53AEA94A5346}" srcId="{D6D663EA-8C9E-4A6C-8696-EA6202B67EB8}" destId="{A42DED5E-3919-412A-8377-DE6122E1AD30}" srcOrd="0" destOrd="0" parTransId="{D05EA4EE-52C7-4A7F-9A69-CD36D787717D}" sibTransId="{4503E061-C76A-43D4-9951-E6976365CBEB}"/>
    <dgm:cxn modelId="{06684567-3B55-4758-89F3-E2D11CF50A2A}" srcId="{A97D053E-A973-4364-B69E-A280008FFC90}" destId="{79000407-B618-4AA0-AE6F-351CCF19973C}" srcOrd="1" destOrd="0" parTransId="{B3F39DDC-3510-46CA-8785-019129068DE0}" sibTransId="{DB5A3344-0E8D-4A20-9A88-3BA2A121512E}"/>
    <dgm:cxn modelId="{8AA6B748-825F-443E-AADE-C7257D2EF266}" type="presOf" srcId="{6FD54DCC-0420-4B69-949E-C600DAC3EA80}" destId="{4EDDE334-BE34-445B-B5DD-FE32E273E9E4}" srcOrd="1" destOrd="0" presId="urn:microsoft.com/office/officeart/2008/layout/HalfCircleOrganizationChart"/>
    <dgm:cxn modelId="{1F4AC26E-429B-420F-B35E-D223BDB9B8BB}" type="presOf" srcId="{A97D053E-A973-4364-B69E-A280008FFC90}" destId="{A8DFAC77-CA84-4709-A9F2-A25E7F5F4130}" srcOrd="0" destOrd="0" presId="urn:microsoft.com/office/officeart/2008/layout/HalfCircleOrganizationChart"/>
    <dgm:cxn modelId="{ADDF0B70-FDF7-4F0D-9EDB-5AF5A23B909F}" type="presOf" srcId="{19599602-9E94-449B-AE02-46C30491E28C}" destId="{CD9DD20A-1C0A-4038-A818-BC8F5397FDD0}" srcOrd="1" destOrd="0" presId="urn:microsoft.com/office/officeart/2008/layout/HalfCircleOrganizationChart"/>
    <dgm:cxn modelId="{93D85351-52E3-4937-9114-FE910CF23D84}" type="presOf" srcId="{D6D663EA-8C9E-4A6C-8696-EA6202B67EB8}" destId="{FC8028A1-1C4F-481D-A140-8D82CFE85080}" srcOrd="0" destOrd="0" presId="urn:microsoft.com/office/officeart/2008/layout/HalfCircleOrganizationChart"/>
    <dgm:cxn modelId="{41822F73-0EF9-4D9B-AEEF-341FBB90B62C}" type="presOf" srcId="{A42DED5E-3919-412A-8377-DE6122E1AD30}" destId="{A1CE3BD4-93EB-4D9B-A5AF-88A37249DC2E}" srcOrd="1" destOrd="0" presId="urn:microsoft.com/office/officeart/2008/layout/HalfCircleOrganizationChart"/>
    <dgm:cxn modelId="{598DFC76-1604-40F9-99CC-E8DE09134DAC}" type="presOf" srcId="{991DD7BB-FD91-49EE-AAF5-140AB35E43F7}" destId="{3BAA9E28-6CB0-4371-B1D7-5019A586CA49}" srcOrd="0" destOrd="0" presId="urn:microsoft.com/office/officeart/2008/layout/HalfCircleOrganizationChart"/>
    <dgm:cxn modelId="{2723F280-97F0-4B40-A9A8-591204B2365C}" type="presOf" srcId="{BF1D701A-DD2D-4121-8BFA-FBE1FBF81F9E}" destId="{DB07D42D-6FD2-4645-BE24-2A4491405F6C}" srcOrd="0" destOrd="0" presId="urn:microsoft.com/office/officeart/2008/layout/HalfCircleOrganizationChart"/>
    <dgm:cxn modelId="{62172282-D3C0-4DDF-82B9-931059B2CC71}" type="presOf" srcId="{1A94D251-C1DF-49B7-B803-397CC4E374C8}" destId="{5F71FF08-290D-43BC-8797-723C48952979}" srcOrd="1" destOrd="0" presId="urn:microsoft.com/office/officeart/2008/layout/HalfCircleOrganizationChart"/>
    <dgm:cxn modelId="{6C8F0C8A-8211-45EB-A4C1-4587677581C6}" type="presOf" srcId="{D6D663EA-8C9E-4A6C-8696-EA6202B67EB8}" destId="{37748CC3-E5AD-48A0-BE81-C5004DED894E}" srcOrd="1" destOrd="0" presId="urn:microsoft.com/office/officeart/2008/layout/HalfCircleOrganizationChart"/>
    <dgm:cxn modelId="{800D518E-2BA1-4B1B-94B7-7217956F3326}" type="presOf" srcId="{046AD741-59DE-4633-A525-7FE00DBEB49B}" destId="{DBAFB44D-FE38-42C5-8336-8ACBA5005AF5}" srcOrd="0" destOrd="0" presId="urn:microsoft.com/office/officeart/2008/layout/HalfCircleOrganizationChart"/>
    <dgm:cxn modelId="{30E0B992-157A-405B-8572-770CFD4D21A1}" srcId="{19599602-9E94-449B-AE02-46C30491E28C}" destId="{0C87090F-02B0-44D5-BD4B-E5AE0D1FA7F1}" srcOrd="1" destOrd="0" parTransId="{48F43ED3-A177-4096-B556-EB782F87985E}" sibTransId="{24E0BA02-AFC8-4BBC-85FF-8CECFE2FDD5C}"/>
    <dgm:cxn modelId="{5B467295-79FE-4834-AEAB-08C6A50F7865}" type="presOf" srcId="{15779972-6EB7-4A17-A8F4-C736B5F0CED0}" destId="{A2E9C3D7-1CFD-484C-80CB-B939465E74A5}" srcOrd="0" destOrd="0" presId="urn:microsoft.com/office/officeart/2008/layout/HalfCircleOrganizationChart"/>
    <dgm:cxn modelId="{22127F95-3520-4798-BE99-69B42014FA83}" srcId="{1A94D251-C1DF-49B7-B803-397CC4E374C8}" destId="{046AD741-59DE-4633-A525-7FE00DBEB49B}" srcOrd="1" destOrd="0" parTransId="{38E04EEA-C159-4C5C-9FBC-5AD5689D40A4}" sibTransId="{C65822A1-9505-4ED1-92ED-8ECF3EEE4A98}"/>
    <dgm:cxn modelId="{F462F795-62B8-4338-AC64-3C6EA0EA490F}" type="presOf" srcId="{C618F4B1-D56C-40B0-A9BB-A1AC22AA90C0}" destId="{FF949335-EF86-4C3F-84CD-5BB53B656E9A}" srcOrd="0" destOrd="0" presId="urn:microsoft.com/office/officeart/2008/layout/HalfCircleOrganizationChart"/>
    <dgm:cxn modelId="{D19BC09D-5525-4767-AAA8-5E1CFD2C0D21}" type="presOf" srcId="{1A94D251-C1DF-49B7-B803-397CC4E374C8}" destId="{9076C0E7-FE12-4928-B124-09C31700E28E}" srcOrd="0" destOrd="0" presId="urn:microsoft.com/office/officeart/2008/layout/HalfCircleOrganizationChart"/>
    <dgm:cxn modelId="{AE234F9F-E164-4322-BD9F-21943879CE2D}" type="presOf" srcId="{E61AFEE5-2004-43A9-AA62-07A1459E6FC5}" destId="{E22B1C43-60A7-4B67-A963-2784A4D2EF8D}" srcOrd="0" destOrd="0" presId="urn:microsoft.com/office/officeart/2008/layout/HalfCircleOrganizationChart"/>
    <dgm:cxn modelId="{57BA49A5-970F-4C56-97FD-1793BA151951}" srcId="{991DD7BB-FD91-49EE-AAF5-140AB35E43F7}" destId="{3E8CD513-115F-4B58-815D-06B1F22F397C}" srcOrd="0" destOrd="0" parTransId="{3B869A9C-B7D4-4C45-83F4-03ACDF260BAA}" sibTransId="{EC3168F8-C366-430E-B611-B7728C52D74E}"/>
    <dgm:cxn modelId="{A29DB3A6-C3B3-4EC7-B4CF-DE0F8925C6BC}" type="presOf" srcId="{046AD741-59DE-4633-A525-7FE00DBEB49B}" destId="{F2F9187C-F96B-4812-A6D6-0383A6D1C47E}" srcOrd="1" destOrd="0" presId="urn:microsoft.com/office/officeart/2008/layout/HalfCircleOrganizationChart"/>
    <dgm:cxn modelId="{1D8E9BAD-ED28-425E-8B7C-19463BB8EE42}" type="presOf" srcId="{0269C22A-A20B-4CCC-917A-8B311E437315}" destId="{732BB26F-C878-4950-A5F4-8AEA82859E1C}" srcOrd="0" destOrd="0" presId="urn:microsoft.com/office/officeart/2008/layout/HalfCircleOrganizationChart"/>
    <dgm:cxn modelId="{7A02F5AF-F9F5-4778-A66E-DE024A3A34D9}" srcId="{9EFAFD96-3601-4F17-BB82-DBBBA6C512D5}" destId="{19599602-9E94-449B-AE02-46C30491E28C}" srcOrd="0" destOrd="0" parTransId="{FF371F54-3EAD-4229-B33D-30FA8E522AE4}" sibTransId="{2A88706E-F8B3-4E84-B216-AB828E178267}"/>
    <dgm:cxn modelId="{A8F08CB0-04E9-4216-8D81-9B404126682E}" type="presOf" srcId="{D29892E2-A45E-4000-9CA5-664212285B28}" destId="{5BB9718D-D180-4BAF-91D8-FAC03AC0BDA6}" srcOrd="0" destOrd="0" presId="urn:microsoft.com/office/officeart/2008/layout/HalfCircleOrganizationChart"/>
    <dgm:cxn modelId="{B82F93B4-F482-48C3-A158-129B9DB974D0}" type="presOf" srcId="{0C87090F-02B0-44D5-BD4B-E5AE0D1FA7F1}" destId="{F766ECC8-CCCC-4942-A38F-BD7C8E86F76D}" srcOrd="1" destOrd="0" presId="urn:microsoft.com/office/officeart/2008/layout/HalfCircleOrganizationChart"/>
    <dgm:cxn modelId="{C5E34DB5-7A7C-421A-B05B-6BAF9C57C1FE}" type="presOf" srcId="{79000407-B618-4AA0-AE6F-351CCF19973C}" destId="{888E0E42-C97F-46F9-934E-D672F16B9F12}" srcOrd="1" destOrd="0" presId="urn:microsoft.com/office/officeart/2008/layout/HalfCircleOrganizationChart"/>
    <dgm:cxn modelId="{D2CCBFB5-DD17-44D7-B671-8DE17EB1081D}" type="presOf" srcId="{38E04EEA-C159-4C5C-9FBC-5AD5689D40A4}" destId="{EEEAB8B4-B389-4993-BB6F-08A96E526912}" srcOrd="0" destOrd="0" presId="urn:microsoft.com/office/officeart/2008/layout/HalfCircleOrganizationChart"/>
    <dgm:cxn modelId="{F9B89EB8-E36C-4AF7-BB04-197EC3A06EB0}" type="presOf" srcId="{36515DAA-DE94-4D05-BF16-8D5E13CADE3A}" destId="{73B7B76A-4FDA-4A6A-A669-6366E7C7D503}" srcOrd="0" destOrd="0" presId="urn:microsoft.com/office/officeart/2008/layout/HalfCircleOrganizationChart"/>
    <dgm:cxn modelId="{C809E6BC-D5FD-4501-AB04-56A3855598CE}" type="presOf" srcId="{17B28C8D-4122-47D7-B7FB-F388CF6C3000}" destId="{3688FA94-6F7B-4904-ADF7-AF3F2114FE73}" srcOrd="1" destOrd="0" presId="urn:microsoft.com/office/officeart/2008/layout/HalfCircleOrganizationChart"/>
    <dgm:cxn modelId="{4D5DD2BF-1263-4539-9004-6374209ABF94}" type="presOf" srcId="{36515DAA-DE94-4D05-BF16-8D5E13CADE3A}" destId="{1D8A1D2F-AF12-493E-9CA5-CA4703FA6E6E}" srcOrd="1" destOrd="0" presId="urn:microsoft.com/office/officeart/2008/layout/HalfCircleOrganizationChart"/>
    <dgm:cxn modelId="{5BA78EC0-B0C0-4288-8645-7720E9FA69ED}" type="presOf" srcId="{48F43ED3-A177-4096-B556-EB782F87985E}" destId="{D506726C-AA66-40C5-AF7C-E50BED765525}" srcOrd="0" destOrd="0" presId="urn:microsoft.com/office/officeart/2008/layout/HalfCircleOrganizationChart"/>
    <dgm:cxn modelId="{AB33C4C5-97FA-4B43-8014-6270AA2B835E}" type="presOf" srcId="{0C87090F-02B0-44D5-BD4B-E5AE0D1FA7F1}" destId="{31BC6EBC-9F13-4CC1-B3EF-F8743038C060}" srcOrd="0" destOrd="0" presId="urn:microsoft.com/office/officeart/2008/layout/HalfCircleOrganizationChart"/>
    <dgm:cxn modelId="{801C22C7-1C0F-44EF-839E-A030B3D15017}" srcId="{A97D053E-A973-4364-B69E-A280008FFC90}" destId="{BF1D701A-DD2D-4121-8BFA-FBE1FBF81F9E}" srcOrd="0" destOrd="0" parTransId="{E61AFEE5-2004-43A9-AA62-07A1459E6FC5}" sibTransId="{B0000C6F-B2A3-4526-8C16-C73AEA735EAF}"/>
    <dgm:cxn modelId="{2BBFE0CB-7EA9-4048-B997-094B4E858D3D}" srcId="{D6D663EA-8C9E-4A6C-8696-EA6202B67EB8}" destId="{36515DAA-DE94-4D05-BF16-8D5E13CADE3A}" srcOrd="1" destOrd="0" parTransId="{15779972-6EB7-4A17-A8F4-C736B5F0CED0}" sibTransId="{D6A2C69D-961B-4FA1-8F05-385D9A2E46C1}"/>
    <dgm:cxn modelId="{1CEBBBCE-A789-4745-947D-9861B5AF62B8}" srcId="{1A94D251-C1DF-49B7-B803-397CC4E374C8}" destId="{17B28C8D-4122-47D7-B7FB-F388CF6C3000}" srcOrd="0" destOrd="0" parTransId="{542C2CD9-2A21-4722-8528-5FB4B05AB731}" sibTransId="{37B8B82F-495B-4449-AB18-F894FFA1EC4F}"/>
    <dgm:cxn modelId="{6877CECE-3607-43EB-9EAF-6D3A05E2C75B}" type="presOf" srcId="{542C2CD9-2A21-4722-8528-5FB4B05AB731}" destId="{E0C95563-0D47-49A8-B88F-25D30F59F738}" srcOrd="0" destOrd="0" presId="urn:microsoft.com/office/officeart/2008/layout/HalfCircleOrganizationChart"/>
    <dgm:cxn modelId="{E1BE68E4-E45E-4578-8152-36866F05B97D}" type="presOf" srcId="{E9F65067-7ACB-40C2-B29C-E9D30340A5AE}" destId="{8BF28DC1-F227-4BF5-8F8A-DAC93A175962}" srcOrd="0" destOrd="0" presId="urn:microsoft.com/office/officeart/2008/layout/HalfCircleOrganizationChart"/>
    <dgm:cxn modelId="{8FEBBCE4-F2CA-4943-878F-60DF5D1F3BDE}" type="presOf" srcId="{991DD7BB-FD91-49EE-AAF5-140AB35E43F7}" destId="{AEA19D03-6090-48B9-8DB5-A314F305A7D6}" srcOrd="1" destOrd="0" presId="urn:microsoft.com/office/officeart/2008/layout/HalfCircleOrganizationChart"/>
    <dgm:cxn modelId="{2B754EE7-3BDF-4B4F-AC0A-7EE36FAA095D}" srcId="{991DD7BB-FD91-49EE-AAF5-140AB35E43F7}" destId="{E9F65067-7ACB-40C2-B29C-E9D30340A5AE}" srcOrd="1" destOrd="0" parTransId="{D29892E2-A45E-4000-9CA5-664212285B28}" sibTransId="{1AD94586-FEB5-47C2-8565-F409B3018C3F}"/>
    <dgm:cxn modelId="{A9A39EE7-F441-4563-AFFD-666EC4C4FD54}" srcId="{19599602-9E94-449B-AE02-46C30491E28C}" destId="{6FD54DCC-0420-4B69-949E-C600DAC3EA80}" srcOrd="0" destOrd="0" parTransId="{6F5CF077-1342-46A1-93F1-68D7723F3F8C}" sibTransId="{CE57F18C-7754-4245-BB8D-0DDD9139AB8E}"/>
    <dgm:cxn modelId="{447A51F3-D16F-4030-B61F-CA4240889AC6}" type="presOf" srcId="{E9F65067-7ACB-40C2-B29C-E9D30340A5AE}" destId="{41D3685A-DC57-4E00-8387-9835751F55EC}" srcOrd="1" destOrd="0" presId="urn:microsoft.com/office/officeart/2008/layout/HalfCircleOrganizationChart"/>
    <dgm:cxn modelId="{4DDF00F6-BEA1-432F-8A0B-051FCAE117CC}" type="presOf" srcId="{3E8CD513-115F-4B58-815D-06B1F22F397C}" destId="{2E6F854A-17D4-4305-B800-6F3C26F4CA51}" srcOrd="1" destOrd="0" presId="urn:microsoft.com/office/officeart/2008/layout/HalfCircleOrganizationChart"/>
    <dgm:cxn modelId="{8A9AFFFE-560E-4878-B74D-22646A0DEFCB}" type="presOf" srcId="{A97D053E-A973-4364-B69E-A280008FFC90}" destId="{DFE4989C-051D-4001-9A99-F68F51B0256D}" srcOrd="1" destOrd="0" presId="urn:microsoft.com/office/officeart/2008/layout/HalfCircleOrganizationChart"/>
    <dgm:cxn modelId="{C5A720FF-D736-4A5F-83A5-091AE9AB91AF}" type="presOf" srcId="{E3D22BD8-B8F5-4AEB-A8DD-53D6A1A29BAD}" destId="{C6810C1C-C8E8-4000-A812-407B53B997F6}" srcOrd="0" destOrd="0" presId="urn:microsoft.com/office/officeart/2008/layout/HalfCircleOrganizationChart"/>
    <dgm:cxn modelId="{AB0932FF-0934-48CB-A0FE-ED8928DD7BAF}" type="presOf" srcId="{A42DED5E-3919-412A-8377-DE6122E1AD30}" destId="{7C856A6F-2114-46B4-AC71-0E5C151F1FA4}" srcOrd="0" destOrd="0" presId="urn:microsoft.com/office/officeart/2008/layout/HalfCircleOrganizationChart"/>
    <dgm:cxn modelId="{4D76A96F-1C89-409B-9A43-6AC0266A0E18}" type="presParOf" srcId="{3C8A43EC-8BE7-45F0-A5FF-2970571C116C}" destId="{8E173872-BF83-4E38-A1C4-BD2163DC4629}" srcOrd="0" destOrd="0" presId="urn:microsoft.com/office/officeart/2008/layout/HalfCircleOrganizationChart"/>
    <dgm:cxn modelId="{46B26499-B63E-4A78-9229-5A11DB665550}" type="presParOf" srcId="{8E173872-BF83-4E38-A1C4-BD2163DC4629}" destId="{4C283ABA-7655-4E4A-8A77-88E9DCEACCA1}" srcOrd="0" destOrd="0" presId="urn:microsoft.com/office/officeart/2008/layout/HalfCircleOrganizationChart"/>
    <dgm:cxn modelId="{70D98B4F-C36B-4E6D-868A-D5399FD7B1DE}" type="presParOf" srcId="{4C283ABA-7655-4E4A-8A77-88E9DCEACCA1}" destId="{0CACE8F8-12A4-4395-B7F4-15F79AA9B89F}" srcOrd="0" destOrd="0" presId="urn:microsoft.com/office/officeart/2008/layout/HalfCircleOrganizationChart"/>
    <dgm:cxn modelId="{F74A2D72-C7D3-41A4-9B47-3B9101701B37}" type="presParOf" srcId="{4C283ABA-7655-4E4A-8A77-88E9DCEACCA1}" destId="{1F43241A-A75E-4CAC-A52F-69619046424D}" srcOrd="1" destOrd="0" presId="urn:microsoft.com/office/officeart/2008/layout/HalfCircleOrganizationChart"/>
    <dgm:cxn modelId="{00FF01BF-52E5-4E26-91B5-223CACEB6233}" type="presParOf" srcId="{4C283ABA-7655-4E4A-8A77-88E9DCEACCA1}" destId="{EBBADE81-EE53-4E8F-9DC6-AF9A34B04556}" srcOrd="2" destOrd="0" presId="urn:microsoft.com/office/officeart/2008/layout/HalfCircleOrganizationChart"/>
    <dgm:cxn modelId="{73589AFE-09B2-439E-AE31-1A89869B8E3A}" type="presParOf" srcId="{4C283ABA-7655-4E4A-8A77-88E9DCEACCA1}" destId="{CD9DD20A-1C0A-4038-A818-BC8F5397FDD0}" srcOrd="3" destOrd="0" presId="urn:microsoft.com/office/officeart/2008/layout/HalfCircleOrganizationChart"/>
    <dgm:cxn modelId="{8E2CBCD7-92B9-41F6-808E-45A37700A941}" type="presParOf" srcId="{8E173872-BF83-4E38-A1C4-BD2163DC4629}" destId="{B45143F2-2FC1-49E2-96F6-B011DE9F5362}" srcOrd="1" destOrd="0" presId="urn:microsoft.com/office/officeart/2008/layout/HalfCircleOrganizationChart"/>
    <dgm:cxn modelId="{87312290-6617-42D3-A573-34398A855351}" type="presParOf" srcId="{B45143F2-2FC1-49E2-96F6-B011DE9F5362}" destId="{2FA0EDE2-C038-4247-A158-CFA54FDBA7D8}" srcOrd="0" destOrd="0" presId="urn:microsoft.com/office/officeart/2008/layout/HalfCircleOrganizationChart"/>
    <dgm:cxn modelId="{32DA663F-D9BC-4823-A255-E99D2A1DDAC0}" type="presParOf" srcId="{B45143F2-2FC1-49E2-96F6-B011DE9F5362}" destId="{2BAEBFF3-FBEC-4B0A-A6F4-DC43ECA4EBE3}" srcOrd="1" destOrd="0" presId="urn:microsoft.com/office/officeart/2008/layout/HalfCircleOrganizationChart"/>
    <dgm:cxn modelId="{54C55967-01BA-4619-A01C-8D69E6E8490A}" type="presParOf" srcId="{2BAEBFF3-FBEC-4B0A-A6F4-DC43ECA4EBE3}" destId="{385B6813-F176-4F5C-BF0C-57A445FB5972}" srcOrd="0" destOrd="0" presId="urn:microsoft.com/office/officeart/2008/layout/HalfCircleOrganizationChart"/>
    <dgm:cxn modelId="{B6C733F6-AC79-4E78-A0F3-72AD458AABA5}" type="presParOf" srcId="{385B6813-F176-4F5C-BF0C-57A445FB5972}" destId="{43CEF602-64B8-4197-8172-7EA0F8E7FC8D}" srcOrd="0" destOrd="0" presId="urn:microsoft.com/office/officeart/2008/layout/HalfCircleOrganizationChart"/>
    <dgm:cxn modelId="{59EA305E-986C-4B1C-8237-AAB824913299}" type="presParOf" srcId="{385B6813-F176-4F5C-BF0C-57A445FB5972}" destId="{02CDFC24-61AA-4349-8FC6-18F4500F518D}" srcOrd="1" destOrd="0" presId="urn:microsoft.com/office/officeart/2008/layout/HalfCircleOrganizationChart"/>
    <dgm:cxn modelId="{65676042-8192-4E20-A785-EEF6E795372A}" type="presParOf" srcId="{385B6813-F176-4F5C-BF0C-57A445FB5972}" destId="{38CCC689-F664-4DDB-A973-77B1836B91A3}" srcOrd="2" destOrd="0" presId="urn:microsoft.com/office/officeart/2008/layout/HalfCircleOrganizationChart"/>
    <dgm:cxn modelId="{D36AB6F0-DCDC-4B8E-AE9E-DD3C241CF6FB}" type="presParOf" srcId="{385B6813-F176-4F5C-BF0C-57A445FB5972}" destId="{4EDDE334-BE34-445B-B5DD-FE32E273E9E4}" srcOrd="3" destOrd="0" presId="urn:microsoft.com/office/officeart/2008/layout/HalfCircleOrganizationChart"/>
    <dgm:cxn modelId="{13A76979-3116-45B2-834E-2BADE8B773B2}" type="presParOf" srcId="{2BAEBFF3-FBEC-4B0A-A6F4-DC43ECA4EBE3}" destId="{E96459EE-06D2-49E8-9B7F-57AF544B2809}" srcOrd="1" destOrd="0" presId="urn:microsoft.com/office/officeart/2008/layout/HalfCircleOrganizationChart"/>
    <dgm:cxn modelId="{AE85798A-18D7-4F7E-9AC3-9D33E3253844}" type="presParOf" srcId="{E96459EE-06D2-49E8-9B7F-57AF544B2809}" destId="{05AA4A42-4E67-4DB8-BA79-C5E6605AA54D}" srcOrd="0" destOrd="0" presId="urn:microsoft.com/office/officeart/2008/layout/HalfCircleOrganizationChart"/>
    <dgm:cxn modelId="{13305687-0947-4196-B75C-E68CFB144975}" type="presParOf" srcId="{E96459EE-06D2-49E8-9B7F-57AF544B2809}" destId="{4AEC2381-BBA6-4E02-9D64-99E253E452A1}" srcOrd="1" destOrd="0" presId="urn:microsoft.com/office/officeart/2008/layout/HalfCircleOrganizationChart"/>
    <dgm:cxn modelId="{6A76E731-F41B-4167-88DA-8DA7678A3837}" type="presParOf" srcId="{4AEC2381-BBA6-4E02-9D64-99E253E452A1}" destId="{94AC2E1D-1C63-426E-B748-5766A6670446}" srcOrd="0" destOrd="0" presId="urn:microsoft.com/office/officeart/2008/layout/HalfCircleOrganizationChart"/>
    <dgm:cxn modelId="{B0F35F60-D4A2-4259-A292-ADD3EC35B096}" type="presParOf" srcId="{94AC2E1D-1C63-426E-B748-5766A6670446}" destId="{9076C0E7-FE12-4928-B124-09C31700E28E}" srcOrd="0" destOrd="0" presId="urn:microsoft.com/office/officeart/2008/layout/HalfCircleOrganizationChart"/>
    <dgm:cxn modelId="{F102B2C9-20F4-4FC9-AEC7-292880C9A0CC}" type="presParOf" srcId="{94AC2E1D-1C63-426E-B748-5766A6670446}" destId="{CF2A05A4-E5B6-49B7-BEF5-C35C870ACC47}" srcOrd="1" destOrd="0" presId="urn:microsoft.com/office/officeart/2008/layout/HalfCircleOrganizationChart"/>
    <dgm:cxn modelId="{7CFF77E6-7BA3-4225-BFCB-765F8629EF10}" type="presParOf" srcId="{94AC2E1D-1C63-426E-B748-5766A6670446}" destId="{C80453DB-24AA-46A4-860F-D7EBB5157B2A}" srcOrd="2" destOrd="0" presId="urn:microsoft.com/office/officeart/2008/layout/HalfCircleOrganizationChart"/>
    <dgm:cxn modelId="{302DB90B-B531-41FF-8F6F-8E52612E10A7}" type="presParOf" srcId="{94AC2E1D-1C63-426E-B748-5766A6670446}" destId="{5F71FF08-290D-43BC-8797-723C48952979}" srcOrd="3" destOrd="0" presId="urn:microsoft.com/office/officeart/2008/layout/HalfCircleOrganizationChart"/>
    <dgm:cxn modelId="{28834DC4-13DD-4B62-AC36-D560BDDFC6FC}" type="presParOf" srcId="{4AEC2381-BBA6-4E02-9D64-99E253E452A1}" destId="{B5661264-6FCD-4D64-AC9F-DF73D082D53D}" srcOrd="1" destOrd="0" presId="urn:microsoft.com/office/officeart/2008/layout/HalfCircleOrganizationChart"/>
    <dgm:cxn modelId="{4E45BBBE-1D12-4AE2-BF97-4659217A0F8D}" type="presParOf" srcId="{B5661264-6FCD-4D64-AC9F-DF73D082D53D}" destId="{E0C95563-0D47-49A8-B88F-25D30F59F738}" srcOrd="0" destOrd="0" presId="urn:microsoft.com/office/officeart/2008/layout/HalfCircleOrganizationChart"/>
    <dgm:cxn modelId="{6C5DC922-4326-43C2-B195-B42F761C9D81}" type="presParOf" srcId="{B5661264-6FCD-4D64-AC9F-DF73D082D53D}" destId="{D02B837E-F721-4555-881E-158B93EF3592}" srcOrd="1" destOrd="0" presId="urn:microsoft.com/office/officeart/2008/layout/HalfCircleOrganizationChart"/>
    <dgm:cxn modelId="{E765D800-6005-41A8-9461-2C668CB90B14}" type="presParOf" srcId="{D02B837E-F721-4555-881E-158B93EF3592}" destId="{AD4203E2-3BE5-46AC-91B2-715D4FCDE16D}" srcOrd="0" destOrd="0" presId="urn:microsoft.com/office/officeart/2008/layout/HalfCircleOrganizationChart"/>
    <dgm:cxn modelId="{FC45FD2C-97CA-4DCA-B44A-C99E72629911}" type="presParOf" srcId="{AD4203E2-3BE5-46AC-91B2-715D4FCDE16D}" destId="{51FD43AE-B652-4E29-970A-B221B80CBE54}" srcOrd="0" destOrd="0" presId="urn:microsoft.com/office/officeart/2008/layout/HalfCircleOrganizationChart"/>
    <dgm:cxn modelId="{0E9D14D0-1AD6-451E-B5D6-06D35BAA3246}" type="presParOf" srcId="{AD4203E2-3BE5-46AC-91B2-715D4FCDE16D}" destId="{63012989-DB9B-47BB-AD0D-D2085871D2FF}" srcOrd="1" destOrd="0" presId="urn:microsoft.com/office/officeart/2008/layout/HalfCircleOrganizationChart"/>
    <dgm:cxn modelId="{210DDB09-EF80-4D45-BD07-0B4373946114}" type="presParOf" srcId="{AD4203E2-3BE5-46AC-91B2-715D4FCDE16D}" destId="{106C4A30-F25A-4C95-AE83-D78F4BC119FF}" srcOrd="2" destOrd="0" presId="urn:microsoft.com/office/officeart/2008/layout/HalfCircleOrganizationChart"/>
    <dgm:cxn modelId="{001F6405-343C-4414-A51B-2C239AF11A7F}" type="presParOf" srcId="{AD4203E2-3BE5-46AC-91B2-715D4FCDE16D}" destId="{3688FA94-6F7B-4904-ADF7-AF3F2114FE73}" srcOrd="3" destOrd="0" presId="urn:microsoft.com/office/officeart/2008/layout/HalfCircleOrganizationChart"/>
    <dgm:cxn modelId="{8CD649A1-8B7E-48EE-B549-0EB97B2C1B27}" type="presParOf" srcId="{D02B837E-F721-4555-881E-158B93EF3592}" destId="{DD5822BB-A04B-43F9-8A42-E3EE52F55241}" srcOrd="1" destOrd="0" presId="urn:microsoft.com/office/officeart/2008/layout/HalfCircleOrganizationChart"/>
    <dgm:cxn modelId="{F17705AC-B9CA-481A-9C3A-51BD507AD9DE}" type="presParOf" srcId="{D02B837E-F721-4555-881E-158B93EF3592}" destId="{F2392E57-D8E2-428C-A0F5-C97C1F1E04FE}" srcOrd="2" destOrd="0" presId="urn:microsoft.com/office/officeart/2008/layout/HalfCircleOrganizationChart"/>
    <dgm:cxn modelId="{F9D926FF-ADF1-4E31-80DF-D185744008ED}" type="presParOf" srcId="{B5661264-6FCD-4D64-AC9F-DF73D082D53D}" destId="{EEEAB8B4-B389-4993-BB6F-08A96E526912}" srcOrd="2" destOrd="0" presId="urn:microsoft.com/office/officeart/2008/layout/HalfCircleOrganizationChart"/>
    <dgm:cxn modelId="{27463421-5AFA-44E2-950E-2AC7838D3A17}" type="presParOf" srcId="{B5661264-6FCD-4D64-AC9F-DF73D082D53D}" destId="{850F310F-7FA6-4CBE-BEEF-59BC9EF587C5}" srcOrd="3" destOrd="0" presId="urn:microsoft.com/office/officeart/2008/layout/HalfCircleOrganizationChart"/>
    <dgm:cxn modelId="{B9017A58-D289-45AB-B0D3-EF946A7FF1B0}" type="presParOf" srcId="{850F310F-7FA6-4CBE-BEEF-59BC9EF587C5}" destId="{B7B8DF43-9EC6-4365-8FD8-B2034861E78F}" srcOrd="0" destOrd="0" presId="urn:microsoft.com/office/officeart/2008/layout/HalfCircleOrganizationChart"/>
    <dgm:cxn modelId="{11F13214-7395-435E-B451-1CA8A6132DCA}" type="presParOf" srcId="{B7B8DF43-9EC6-4365-8FD8-B2034861E78F}" destId="{DBAFB44D-FE38-42C5-8336-8ACBA5005AF5}" srcOrd="0" destOrd="0" presId="urn:microsoft.com/office/officeart/2008/layout/HalfCircleOrganizationChart"/>
    <dgm:cxn modelId="{5D5C8FDC-6F0C-4FC5-A50A-B6F41F465B62}" type="presParOf" srcId="{B7B8DF43-9EC6-4365-8FD8-B2034861E78F}" destId="{23FA3DFD-290C-4DC8-8E6C-016EE59B0937}" srcOrd="1" destOrd="0" presId="urn:microsoft.com/office/officeart/2008/layout/HalfCircleOrganizationChart"/>
    <dgm:cxn modelId="{63272DF3-B397-41D7-B8E9-1AA4A95C63BB}" type="presParOf" srcId="{B7B8DF43-9EC6-4365-8FD8-B2034861E78F}" destId="{1AC30DFC-DAEB-4E23-BB23-BCAEFDCF71D6}" srcOrd="2" destOrd="0" presId="urn:microsoft.com/office/officeart/2008/layout/HalfCircleOrganizationChart"/>
    <dgm:cxn modelId="{29AFAE83-4CB7-4688-8D8B-F12BC0131444}" type="presParOf" srcId="{B7B8DF43-9EC6-4365-8FD8-B2034861E78F}" destId="{F2F9187C-F96B-4812-A6D6-0383A6D1C47E}" srcOrd="3" destOrd="0" presId="urn:microsoft.com/office/officeart/2008/layout/HalfCircleOrganizationChart"/>
    <dgm:cxn modelId="{EDEF01E4-3D09-404A-BDDC-E5C0D0EED92F}" type="presParOf" srcId="{850F310F-7FA6-4CBE-BEEF-59BC9EF587C5}" destId="{9EC839E1-3E93-4DE2-8FAC-CAB5339A2F7F}" srcOrd="1" destOrd="0" presId="urn:microsoft.com/office/officeart/2008/layout/HalfCircleOrganizationChart"/>
    <dgm:cxn modelId="{FB2DE1A0-9BBB-4503-8010-A5276106C6FD}" type="presParOf" srcId="{850F310F-7FA6-4CBE-BEEF-59BC9EF587C5}" destId="{BBFC1BCC-C7C2-4BE8-BF4B-A840CC81886D}" srcOrd="2" destOrd="0" presId="urn:microsoft.com/office/officeart/2008/layout/HalfCircleOrganizationChart"/>
    <dgm:cxn modelId="{ACDB5C8D-6061-44F2-AE67-715A94B5138F}" type="presParOf" srcId="{4AEC2381-BBA6-4E02-9D64-99E253E452A1}" destId="{847F2F92-5488-4288-8132-06DC297EBD93}" srcOrd="2" destOrd="0" presId="urn:microsoft.com/office/officeart/2008/layout/HalfCircleOrganizationChart"/>
    <dgm:cxn modelId="{F859CD02-935B-42C7-964C-0E52B6365BA5}" type="presParOf" srcId="{E96459EE-06D2-49E8-9B7F-57AF544B2809}" destId="{FF949335-EF86-4C3F-84CD-5BB53B656E9A}" srcOrd="2" destOrd="0" presId="urn:microsoft.com/office/officeart/2008/layout/HalfCircleOrganizationChart"/>
    <dgm:cxn modelId="{48A1B21E-6E84-4E4D-8335-FE93D3F7E6C0}" type="presParOf" srcId="{E96459EE-06D2-49E8-9B7F-57AF544B2809}" destId="{E8AFFCC9-FEC6-4BB9-B68F-6FE94830A288}" srcOrd="3" destOrd="0" presId="urn:microsoft.com/office/officeart/2008/layout/HalfCircleOrganizationChart"/>
    <dgm:cxn modelId="{AD9703A2-A204-467F-A1C7-319993F6587F}" type="presParOf" srcId="{E8AFFCC9-FEC6-4BB9-B68F-6FE94830A288}" destId="{3352FE6E-B9BC-470B-A6E8-AD7A8AF06412}" srcOrd="0" destOrd="0" presId="urn:microsoft.com/office/officeart/2008/layout/HalfCircleOrganizationChart"/>
    <dgm:cxn modelId="{FC960CB5-6725-4D93-B2A6-FDA00F3BE3F7}" type="presParOf" srcId="{3352FE6E-B9BC-470B-A6E8-AD7A8AF06412}" destId="{FC8028A1-1C4F-481D-A140-8D82CFE85080}" srcOrd="0" destOrd="0" presId="urn:microsoft.com/office/officeart/2008/layout/HalfCircleOrganizationChart"/>
    <dgm:cxn modelId="{83DCC53E-2E02-4E9D-950B-064B5D7D5320}" type="presParOf" srcId="{3352FE6E-B9BC-470B-A6E8-AD7A8AF06412}" destId="{228C9A2A-60F2-4A15-83FC-8BCB410F20D0}" srcOrd="1" destOrd="0" presId="urn:microsoft.com/office/officeart/2008/layout/HalfCircleOrganizationChart"/>
    <dgm:cxn modelId="{8A96B8B6-4A38-409C-9684-58C57DA0B9F5}" type="presParOf" srcId="{3352FE6E-B9BC-470B-A6E8-AD7A8AF06412}" destId="{382CFC46-0D19-46EA-A689-AEB267878B78}" srcOrd="2" destOrd="0" presId="urn:microsoft.com/office/officeart/2008/layout/HalfCircleOrganizationChart"/>
    <dgm:cxn modelId="{5DB3BAC4-A10A-443B-ABA3-C526FBDDB248}" type="presParOf" srcId="{3352FE6E-B9BC-470B-A6E8-AD7A8AF06412}" destId="{37748CC3-E5AD-48A0-BE81-C5004DED894E}" srcOrd="3" destOrd="0" presId="urn:microsoft.com/office/officeart/2008/layout/HalfCircleOrganizationChart"/>
    <dgm:cxn modelId="{A023A7FB-55B5-43A0-9FE5-47EDEF25E5F4}" type="presParOf" srcId="{E8AFFCC9-FEC6-4BB9-B68F-6FE94830A288}" destId="{B4F80EF9-E64B-472B-A469-A476EEA31B0B}" srcOrd="1" destOrd="0" presId="urn:microsoft.com/office/officeart/2008/layout/HalfCircleOrganizationChart"/>
    <dgm:cxn modelId="{1B104289-1EAF-45FF-BB3B-CA7A09680568}" type="presParOf" srcId="{B4F80EF9-E64B-472B-A469-A476EEA31B0B}" destId="{D20CC9FF-81BA-4BB9-8106-BF6125FD3730}" srcOrd="0" destOrd="0" presId="urn:microsoft.com/office/officeart/2008/layout/HalfCircleOrganizationChart"/>
    <dgm:cxn modelId="{4E5D1D6E-1D0E-4212-B8E4-57AEB7AE1A77}" type="presParOf" srcId="{B4F80EF9-E64B-472B-A469-A476EEA31B0B}" destId="{9B9C48D4-8E0F-4486-B41D-630F3E613B64}" srcOrd="1" destOrd="0" presId="urn:microsoft.com/office/officeart/2008/layout/HalfCircleOrganizationChart"/>
    <dgm:cxn modelId="{5C30C660-7557-44FF-AB7F-5A8E91CDF096}" type="presParOf" srcId="{9B9C48D4-8E0F-4486-B41D-630F3E613B64}" destId="{418D66F2-2A38-4521-B952-0E0EF7492910}" srcOrd="0" destOrd="0" presId="urn:microsoft.com/office/officeart/2008/layout/HalfCircleOrganizationChart"/>
    <dgm:cxn modelId="{FF5BB2B9-CA48-4FB3-A18C-DE994E9706F7}" type="presParOf" srcId="{418D66F2-2A38-4521-B952-0E0EF7492910}" destId="{7C856A6F-2114-46B4-AC71-0E5C151F1FA4}" srcOrd="0" destOrd="0" presId="urn:microsoft.com/office/officeart/2008/layout/HalfCircleOrganizationChart"/>
    <dgm:cxn modelId="{4D276900-745C-4A17-98D0-00908090B661}" type="presParOf" srcId="{418D66F2-2A38-4521-B952-0E0EF7492910}" destId="{D5B36B7C-6A10-46BB-8A16-BD262A7BA042}" srcOrd="1" destOrd="0" presId="urn:microsoft.com/office/officeart/2008/layout/HalfCircleOrganizationChart"/>
    <dgm:cxn modelId="{6CE140D8-C6DD-4959-920B-F435DD1140E3}" type="presParOf" srcId="{418D66F2-2A38-4521-B952-0E0EF7492910}" destId="{9A1BFFBA-A8DB-49CD-9143-33E1E80D4AD3}" srcOrd="2" destOrd="0" presId="urn:microsoft.com/office/officeart/2008/layout/HalfCircleOrganizationChart"/>
    <dgm:cxn modelId="{3EAA1D6B-2543-4FAC-8B3C-3669DA61F07B}" type="presParOf" srcId="{418D66F2-2A38-4521-B952-0E0EF7492910}" destId="{A1CE3BD4-93EB-4D9B-A5AF-88A37249DC2E}" srcOrd="3" destOrd="0" presId="urn:microsoft.com/office/officeart/2008/layout/HalfCircleOrganizationChart"/>
    <dgm:cxn modelId="{0A84BEAF-24F8-49E0-BEA4-541A09778C6E}" type="presParOf" srcId="{9B9C48D4-8E0F-4486-B41D-630F3E613B64}" destId="{7CFA845E-85E5-4804-8EAA-AD6F89ADF4CD}" srcOrd="1" destOrd="0" presId="urn:microsoft.com/office/officeart/2008/layout/HalfCircleOrganizationChart"/>
    <dgm:cxn modelId="{A2828872-53A1-4755-BE15-019EE95B0DC7}" type="presParOf" srcId="{9B9C48D4-8E0F-4486-B41D-630F3E613B64}" destId="{A7A90A0B-A5ED-4314-A513-D1AC436EA611}" srcOrd="2" destOrd="0" presId="urn:microsoft.com/office/officeart/2008/layout/HalfCircleOrganizationChart"/>
    <dgm:cxn modelId="{1AA66499-5049-41AB-85E5-C3B98C77FE80}" type="presParOf" srcId="{B4F80EF9-E64B-472B-A469-A476EEA31B0B}" destId="{A2E9C3D7-1CFD-484C-80CB-B939465E74A5}" srcOrd="2" destOrd="0" presId="urn:microsoft.com/office/officeart/2008/layout/HalfCircleOrganizationChart"/>
    <dgm:cxn modelId="{634A2E69-F34B-4427-9891-6792DE61114E}" type="presParOf" srcId="{B4F80EF9-E64B-472B-A469-A476EEA31B0B}" destId="{21A561EF-4D88-47A7-9EA9-2499FDEB2E56}" srcOrd="3" destOrd="0" presId="urn:microsoft.com/office/officeart/2008/layout/HalfCircleOrganizationChart"/>
    <dgm:cxn modelId="{79603A7B-E953-4F34-8CC9-E68F352BBA57}" type="presParOf" srcId="{21A561EF-4D88-47A7-9EA9-2499FDEB2E56}" destId="{141D79A9-BB86-41CC-9F45-8577E4C7CAA1}" srcOrd="0" destOrd="0" presId="urn:microsoft.com/office/officeart/2008/layout/HalfCircleOrganizationChart"/>
    <dgm:cxn modelId="{B7081B6F-D1F6-4EA5-9FAA-E189181576DF}" type="presParOf" srcId="{141D79A9-BB86-41CC-9F45-8577E4C7CAA1}" destId="{73B7B76A-4FDA-4A6A-A669-6366E7C7D503}" srcOrd="0" destOrd="0" presId="urn:microsoft.com/office/officeart/2008/layout/HalfCircleOrganizationChart"/>
    <dgm:cxn modelId="{E023F804-275B-4CD1-ADEB-F0C1C24697CC}" type="presParOf" srcId="{141D79A9-BB86-41CC-9F45-8577E4C7CAA1}" destId="{2A31C1E1-03B1-4FC4-AFDB-875E7795AE04}" srcOrd="1" destOrd="0" presId="urn:microsoft.com/office/officeart/2008/layout/HalfCircleOrganizationChart"/>
    <dgm:cxn modelId="{58C338F1-6818-4819-A43A-1E37676F3811}" type="presParOf" srcId="{141D79A9-BB86-41CC-9F45-8577E4C7CAA1}" destId="{5E0965C0-5AFB-434F-A3DB-D2F12A6378C9}" srcOrd="2" destOrd="0" presId="urn:microsoft.com/office/officeart/2008/layout/HalfCircleOrganizationChart"/>
    <dgm:cxn modelId="{80ABCEB1-C4B0-4722-94BC-BEFDE6A90258}" type="presParOf" srcId="{141D79A9-BB86-41CC-9F45-8577E4C7CAA1}" destId="{1D8A1D2F-AF12-493E-9CA5-CA4703FA6E6E}" srcOrd="3" destOrd="0" presId="urn:microsoft.com/office/officeart/2008/layout/HalfCircleOrganizationChart"/>
    <dgm:cxn modelId="{A80D9D20-5C65-4E33-995B-35B6250C3E43}" type="presParOf" srcId="{21A561EF-4D88-47A7-9EA9-2499FDEB2E56}" destId="{6EF635A1-5683-44FE-83FC-1E6B3CECF7CF}" srcOrd="1" destOrd="0" presId="urn:microsoft.com/office/officeart/2008/layout/HalfCircleOrganizationChart"/>
    <dgm:cxn modelId="{524A9E31-DBB9-42C6-9AA9-017761F27744}" type="presParOf" srcId="{21A561EF-4D88-47A7-9EA9-2499FDEB2E56}" destId="{86CE8250-BE47-4555-AC0B-F0156C6AF5FD}" srcOrd="2" destOrd="0" presId="urn:microsoft.com/office/officeart/2008/layout/HalfCircleOrganizationChart"/>
    <dgm:cxn modelId="{BC2ECC5D-C76C-46D1-9E22-A1D581718B74}" type="presParOf" srcId="{E8AFFCC9-FEC6-4BB9-B68F-6FE94830A288}" destId="{376657AB-CE40-46FC-963E-087499F91086}" srcOrd="2" destOrd="0" presId="urn:microsoft.com/office/officeart/2008/layout/HalfCircleOrganizationChart"/>
    <dgm:cxn modelId="{55DE7275-7991-4928-BC9F-D5FDE36423CD}" type="presParOf" srcId="{2BAEBFF3-FBEC-4B0A-A6F4-DC43ECA4EBE3}" destId="{C01B95F5-BEA7-46E7-BFB9-4A4A5F236D50}" srcOrd="2" destOrd="0" presId="urn:microsoft.com/office/officeart/2008/layout/HalfCircleOrganizationChart"/>
    <dgm:cxn modelId="{5F36A513-4CF1-43C9-8C8F-0BCBBA028B4E}" type="presParOf" srcId="{B45143F2-2FC1-49E2-96F6-B011DE9F5362}" destId="{D506726C-AA66-40C5-AF7C-E50BED765525}" srcOrd="2" destOrd="0" presId="urn:microsoft.com/office/officeart/2008/layout/HalfCircleOrganizationChart"/>
    <dgm:cxn modelId="{C6B70351-F16F-46BF-B56B-BFC8D64D8225}" type="presParOf" srcId="{B45143F2-2FC1-49E2-96F6-B011DE9F5362}" destId="{E4D9D197-E3B9-4757-8B58-6033B92BF270}" srcOrd="3" destOrd="0" presId="urn:microsoft.com/office/officeart/2008/layout/HalfCircleOrganizationChart"/>
    <dgm:cxn modelId="{6371720A-81DB-4E65-A7D1-B35E816B960F}" type="presParOf" srcId="{E4D9D197-E3B9-4757-8B58-6033B92BF270}" destId="{A3B514E7-5967-4BCC-92DF-53E5B1A03C88}" srcOrd="0" destOrd="0" presId="urn:microsoft.com/office/officeart/2008/layout/HalfCircleOrganizationChart"/>
    <dgm:cxn modelId="{ABDAE52F-F6E9-4C6E-8678-EDFDB75AFC2C}" type="presParOf" srcId="{A3B514E7-5967-4BCC-92DF-53E5B1A03C88}" destId="{31BC6EBC-9F13-4CC1-B3EF-F8743038C060}" srcOrd="0" destOrd="0" presId="urn:microsoft.com/office/officeart/2008/layout/HalfCircleOrganizationChart"/>
    <dgm:cxn modelId="{C018DD9F-9004-4EA8-AF41-861AD6B0FEE2}" type="presParOf" srcId="{A3B514E7-5967-4BCC-92DF-53E5B1A03C88}" destId="{BC71956A-64CB-48F6-9FCF-9FA296A35025}" srcOrd="1" destOrd="0" presId="urn:microsoft.com/office/officeart/2008/layout/HalfCircleOrganizationChart"/>
    <dgm:cxn modelId="{A5DD957B-278A-43D9-BFA9-70A120261E45}" type="presParOf" srcId="{A3B514E7-5967-4BCC-92DF-53E5B1A03C88}" destId="{2F73DCFB-4613-45BE-BFCF-3699B10414DE}" srcOrd="2" destOrd="0" presId="urn:microsoft.com/office/officeart/2008/layout/HalfCircleOrganizationChart"/>
    <dgm:cxn modelId="{6EBD681F-E40A-4CE5-95A6-AECAC6A4F472}" type="presParOf" srcId="{A3B514E7-5967-4BCC-92DF-53E5B1A03C88}" destId="{F766ECC8-CCCC-4942-A38F-BD7C8E86F76D}" srcOrd="3" destOrd="0" presId="urn:microsoft.com/office/officeart/2008/layout/HalfCircleOrganizationChart"/>
    <dgm:cxn modelId="{F46BA0C5-68DD-4069-AFC2-1E99D976157F}" type="presParOf" srcId="{E4D9D197-E3B9-4757-8B58-6033B92BF270}" destId="{E3C1272B-E2A2-4640-BE9D-117A1EE09618}" srcOrd="1" destOrd="0" presId="urn:microsoft.com/office/officeart/2008/layout/HalfCircleOrganizationChart"/>
    <dgm:cxn modelId="{5A806E49-80A7-4EDA-8A2D-16767AC7DDC6}" type="presParOf" srcId="{E3C1272B-E2A2-4640-BE9D-117A1EE09618}" destId="{732BB26F-C878-4950-A5F4-8AEA82859E1C}" srcOrd="0" destOrd="0" presId="urn:microsoft.com/office/officeart/2008/layout/HalfCircleOrganizationChart"/>
    <dgm:cxn modelId="{F96E85EC-EB2F-4C4C-97E2-6FBEFEE88438}" type="presParOf" srcId="{E3C1272B-E2A2-4640-BE9D-117A1EE09618}" destId="{0EBB6451-ED2B-4B68-9560-11BDA018B1A4}" srcOrd="1" destOrd="0" presId="urn:microsoft.com/office/officeart/2008/layout/HalfCircleOrganizationChart"/>
    <dgm:cxn modelId="{6B9157B4-4533-4B00-A53C-6762E837D46F}" type="presParOf" srcId="{0EBB6451-ED2B-4B68-9560-11BDA018B1A4}" destId="{A5C6BE2D-F16A-46FA-901B-B760A832C0CE}" srcOrd="0" destOrd="0" presId="urn:microsoft.com/office/officeart/2008/layout/HalfCircleOrganizationChart"/>
    <dgm:cxn modelId="{738FD123-F69B-437E-9DC5-ECE8DE6B6409}" type="presParOf" srcId="{A5C6BE2D-F16A-46FA-901B-B760A832C0CE}" destId="{A8DFAC77-CA84-4709-A9F2-A25E7F5F4130}" srcOrd="0" destOrd="0" presId="urn:microsoft.com/office/officeart/2008/layout/HalfCircleOrganizationChart"/>
    <dgm:cxn modelId="{22D9D32C-3879-41FB-A956-F925952A7AE5}" type="presParOf" srcId="{A5C6BE2D-F16A-46FA-901B-B760A832C0CE}" destId="{ABD7D83F-4881-4D8E-8D89-031D6D9AAB54}" srcOrd="1" destOrd="0" presId="urn:microsoft.com/office/officeart/2008/layout/HalfCircleOrganizationChart"/>
    <dgm:cxn modelId="{315D5383-8FD0-43F1-BEF2-CB371458C30A}" type="presParOf" srcId="{A5C6BE2D-F16A-46FA-901B-B760A832C0CE}" destId="{E99928FC-2122-4D2F-BA4D-596B521E862D}" srcOrd="2" destOrd="0" presId="urn:microsoft.com/office/officeart/2008/layout/HalfCircleOrganizationChart"/>
    <dgm:cxn modelId="{DD4A3ACD-04EF-420A-9319-EF5422939497}" type="presParOf" srcId="{A5C6BE2D-F16A-46FA-901B-B760A832C0CE}" destId="{DFE4989C-051D-4001-9A99-F68F51B0256D}" srcOrd="3" destOrd="0" presId="urn:microsoft.com/office/officeart/2008/layout/HalfCircleOrganizationChart"/>
    <dgm:cxn modelId="{4BD2CBC1-146B-475D-8E92-03B1F69C9F99}" type="presParOf" srcId="{0EBB6451-ED2B-4B68-9560-11BDA018B1A4}" destId="{EBB55048-4C90-481E-B3D5-4DE7811A7A13}" srcOrd="1" destOrd="0" presId="urn:microsoft.com/office/officeart/2008/layout/HalfCircleOrganizationChart"/>
    <dgm:cxn modelId="{24EB2585-EAB8-4FCE-908F-1A49FB28A19A}" type="presParOf" srcId="{EBB55048-4C90-481E-B3D5-4DE7811A7A13}" destId="{E22B1C43-60A7-4B67-A963-2784A4D2EF8D}" srcOrd="0" destOrd="0" presId="urn:microsoft.com/office/officeart/2008/layout/HalfCircleOrganizationChart"/>
    <dgm:cxn modelId="{5D0DB7C6-0248-4773-BE2C-D75C348D3A8E}" type="presParOf" srcId="{EBB55048-4C90-481E-B3D5-4DE7811A7A13}" destId="{EB073F86-5380-4748-90B2-1B882947AC32}" srcOrd="1" destOrd="0" presId="urn:microsoft.com/office/officeart/2008/layout/HalfCircleOrganizationChart"/>
    <dgm:cxn modelId="{7D801989-63EB-4590-B876-3DB95188AFF9}" type="presParOf" srcId="{EB073F86-5380-4748-90B2-1B882947AC32}" destId="{83730C01-5873-493A-8EF8-949D58491A19}" srcOrd="0" destOrd="0" presId="urn:microsoft.com/office/officeart/2008/layout/HalfCircleOrganizationChart"/>
    <dgm:cxn modelId="{EBCA2FEC-E77B-4D9A-8063-919808680562}" type="presParOf" srcId="{83730C01-5873-493A-8EF8-949D58491A19}" destId="{DB07D42D-6FD2-4645-BE24-2A4491405F6C}" srcOrd="0" destOrd="0" presId="urn:microsoft.com/office/officeart/2008/layout/HalfCircleOrganizationChart"/>
    <dgm:cxn modelId="{FB728737-D594-4BBF-8757-7039FFF1EDE3}" type="presParOf" srcId="{83730C01-5873-493A-8EF8-949D58491A19}" destId="{7A230229-B42E-4F02-AD35-1C2364030CBD}" srcOrd="1" destOrd="0" presId="urn:microsoft.com/office/officeart/2008/layout/HalfCircleOrganizationChart"/>
    <dgm:cxn modelId="{A23F2C84-86BE-4EA1-986C-E0A4963892DA}" type="presParOf" srcId="{83730C01-5873-493A-8EF8-949D58491A19}" destId="{71A1F77B-DD25-4147-B788-93DE9348E5EA}" srcOrd="2" destOrd="0" presId="urn:microsoft.com/office/officeart/2008/layout/HalfCircleOrganizationChart"/>
    <dgm:cxn modelId="{677C228B-BB9E-4D6E-A3AC-C068E399AD72}" type="presParOf" srcId="{83730C01-5873-493A-8EF8-949D58491A19}" destId="{036612C5-F882-44BF-A268-784625D9A631}" srcOrd="3" destOrd="0" presId="urn:microsoft.com/office/officeart/2008/layout/HalfCircleOrganizationChart"/>
    <dgm:cxn modelId="{36C0565B-CFBE-40D1-864F-A02B494B1A44}" type="presParOf" srcId="{EB073F86-5380-4748-90B2-1B882947AC32}" destId="{C4791C4A-7E70-4E1C-BB4F-E2CD0BB796E2}" srcOrd="1" destOrd="0" presId="urn:microsoft.com/office/officeart/2008/layout/HalfCircleOrganizationChart"/>
    <dgm:cxn modelId="{F172FCB4-2CDD-468D-9706-1982120F228C}" type="presParOf" srcId="{EB073F86-5380-4748-90B2-1B882947AC32}" destId="{73E0045E-EFA3-4CE2-B0CD-E6C02A7020FD}" srcOrd="2" destOrd="0" presId="urn:microsoft.com/office/officeart/2008/layout/HalfCircleOrganizationChart"/>
    <dgm:cxn modelId="{C3E08B55-53C1-44CD-8B06-EA68BC5D6EFD}" type="presParOf" srcId="{EBB55048-4C90-481E-B3D5-4DE7811A7A13}" destId="{07350196-3F3F-46F6-B567-86FD02674E07}" srcOrd="2" destOrd="0" presId="urn:microsoft.com/office/officeart/2008/layout/HalfCircleOrganizationChart"/>
    <dgm:cxn modelId="{DCCF5C57-DC6D-4B21-B15B-296428743D4D}" type="presParOf" srcId="{EBB55048-4C90-481E-B3D5-4DE7811A7A13}" destId="{735057E7-4CDE-4C87-AE48-3776E1944024}" srcOrd="3" destOrd="0" presId="urn:microsoft.com/office/officeart/2008/layout/HalfCircleOrganizationChart"/>
    <dgm:cxn modelId="{A7548C61-4C07-4A55-987A-CAA6B0C46115}" type="presParOf" srcId="{735057E7-4CDE-4C87-AE48-3776E1944024}" destId="{4630F677-86A5-4E4A-91BC-666D7F423DC3}" srcOrd="0" destOrd="0" presId="urn:microsoft.com/office/officeart/2008/layout/HalfCircleOrganizationChart"/>
    <dgm:cxn modelId="{7CBD6602-44D3-4BB3-81AE-F76B151FB5EB}" type="presParOf" srcId="{4630F677-86A5-4E4A-91BC-666D7F423DC3}" destId="{F7906674-33BB-4784-A29C-7B1103B5F655}" srcOrd="0" destOrd="0" presId="urn:microsoft.com/office/officeart/2008/layout/HalfCircleOrganizationChart"/>
    <dgm:cxn modelId="{A7789EC8-E997-4332-B0C4-51E02CBB4E70}" type="presParOf" srcId="{4630F677-86A5-4E4A-91BC-666D7F423DC3}" destId="{455FB3B8-9283-4D9D-8372-135388230A74}" srcOrd="1" destOrd="0" presId="urn:microsoft.com/office/officeart/2008/layout/HalfCircleOrganizationChart"/>
    <dgm:cxn modelId="{9A050696-5047-41DC-B7C2-21616C8D9077}" type="presParOf" srcId="{4630F677-86A5-4E4A-91BC-666D7F423DC3}" destId="{5961FE97-7677-485D-BF27-88FA51A5FA04}" srcOrd="2" destOrd="0" presId="urn:microsoft.com/office/officeart/2008/layout/HalfCircleOrganizationChart"/>
    <dgm:cxn modelId="{E564C30F-3E83-48DD-8C3B-7E6A2C4B70FC}" type="presParOf" srcId="{4630F677-86A5-4E4A-91BC-666D7F423DC3}" destId="{888E0E42-C97F-46F9-934E-D672F16B9F12}" srcOrd="3" destOrd="0" presId="urn:microsoft.com/office/officeart/2008/layout/HalfCircleOrganizationChart"/>
    <dgm:cxn modelId="{733E449D-1C63-4A39-A44F-D178E41E89B0}" type="presParOf" srcId="{735057E7-4CDE-4C87-AE48-3776E1944024}" destId="{ACEB81C8-0916-45AF-80F3-ABC37967FB45}" srcOrd="1" destOrd="0" presId="urn:microsoft.com/office/officeart/2008/layout/HalfCircleOrganizationChart"/>
    <dgm:cxn modelId="{EA659BA0-E6F5-417B-BDA7-E32A0953E14B}" type="presParOf" srcId="{735057E7-4CDE-4C87-AE48-3776E1944024}" destId="{DFCE4478-555B-440D-9299-26A0EF1C5B2C}" srcOrd="2" destOrd="0" presId="urn:microsoft.com/office/officeart/2008/layout/HalfCircleOrganizationChart"/>
    <dgm:cxn modelId="{F66D90B7-1D38-43BE-AC5D-0ED2EFDCD3AA}" type="presParOf" srcId="{0EBB6451-ED2B-4B68-9560-11BDA018B1A4}" destId="{18A39CD3-8A91-4DD9-AEEC-007BBB63B899}" srcOrd="2" destOrd="0" presId="urn:microsoft.com/office/officeart/2008/layout/HalfCircleOrganizationChart"/>
    <dgm:cxn modelId="{AC840C70-9BB0-4511-AC2E-DEB7E4BA0C02}" type="presParOf" srcId="{E3C1272B-E2A2-4640-BE9D-117A1EE09618}" destId="{C6810C1C-C8E8-4000-A812-407B53B997F6}" srcOrd="2" destOrd="0" presId="urn:microsoft.com/office/officeart/2008/layout/HalfCircleOrganizationChart"/>
    <dgm:cxn modelId="{9AC8173D-432F-427D-8B8A-20709F17F220}" type="presParOf" srcId="{E3C1272B-E2A2-4640-BE9D-117A1EE09618}" destId="{C2722488-4061-4FB5-903B-95FC61FD688F}" srcOrd="3" destOrd="0" presId="urn:microsoft.com/office/officeart/2008/layout/HalfCircleOrganizationChart"/>
    <dgm:cxn modelId="{7406FE38-534A-4283-9288-E6908E262BCA}" type="presParOf" srcId="{C2722488-4061-4FB5-903B-95FC61FD688F}" destId="{72E9F827-69CA-412B-92E1-E05887F67618}" srcOrd="0" destOrd="0" presId="urn:microsoft.com/office/officeart/2008/layout/HalfCircleOrganizationChart"/>
    <dgm:cxn modelId="{9081D2D6-97DF-40A1-829B-246FBF4DD4F4}" type="presParOf" srcId="{72E9F827-69CA-412B-92E1-E05887F67618}" destId="{3BAA9E28-6CB0-4371-B1D7-5019A586CA49}" srcOrd="0" destOrd="0" presId="urn:microsoft.com/office/officeart/2008/layout/HalfCircleOrganizationChart"/>
    <dgm:cxn modelId="{01376FE1-0657-4ACC-ADE2-A879AAA16141}" type="presParOf" srcId="{72E9F827-69CA-412B-92E1-E05887F67618}" destId="{49D893CE-4598-404D-9E43-FF3A4257B7C2}" srcOrd="1" destOrd="0" presId="urn:microsoft.com/office/officeart/2008/layout/HalfCircleOrganizationChart"/>
    <dgm:cxn modelId="{5EEAE42B-8028-4E14-ACD1-178BC191544D}" type="presParOf" srcId="{72E9F827-69CA-412B-92E1-E05887F67618}" destId="{1D26CBF5-832D-402F-A843-0459DD4F83D8}" srcOrd="2" destOrd="0" presId="urn:microsoft.com/office/officeart/2008/layout/HalfCircleOrganizationChart"/>
    <dgm:cxn modelId="{81E51ED1-B139-4EF7-BD08-BAF4D4C6BCC5}" type="presParOf" srcId="{72E9F827-69CA-412B-92E1-E05887F67618}" destId="{AEA19D03-6090-48B9-8DB5-A314F305A7D6}" srcOrd="3" destOrd="0" presId="urn:microsoft.com/office/officeart/2008/layout/HalfCircleOrganizationChart"/>
    <dgm:cxn modelId="{B50F13EB-88D8-4FAB-90B2-495D93D398A9}" type="presParOf" srcId="{C2722488-4061-4FB5-903B-95FC61FD688F}" destId="{5A119D5D-6100-4CB8-9B79-0BD2BEB5D3B8}" srcOrd="1" destOrd="0" presId="urn:microsoft.com/office/officeart/2008/layout/HalfCircleOrganizationChart"/>
    <dgm:cxn modelId="{517629FA-E6C6-4F25-A24E-CDEE2EBC61E6}" type="presParOf" srcId="{5A119D5D-6100-4CB8-9B79-0BD2BEB5D3B8}" destId="{707D8964-989E-4E70-B933-EB6FDED2A88C}" srcOrd="0" destOrd="0" presId="urn:microsoft.com/office/officeart/2008/layout/HalfCircleOrganizationChart"/>
    <dgm:cxn modelId="{DF8874B9-8FE9-4B1C-A6EC-B2271216CF45}" type="presParOf" srcId="{5A119D5D-6100-4CB8-9B79-0BD2BEB5D3B8}" destId="{522BDD3C-D781-4AE5-B89B-EEF5C63C29A4}" srcOrd="1" destOrd="0" presId="urn:microsoft.com/office/officeart/2008/layout/HalfCircleOrganizationChart"/>
    <dgm:cxn modelId="{49348E59-181B-4210-8832-570D082D2B34}" type="presParOf" srcId="{522BDD3C-D781-4AE5-B89B-EEF5C63C29A4}" destId="{F0B4A213-E4C1-493F-89FF-72C7A14DDCAB}" srcOrd="0" destOrd="0" presId="urn:microsoft.com/office/officeart/2008/layout/HalfCircleOrganizationChart"/>
    <dgm:cxn modelId="{F8A283F7-68BD-4169-B751-6CCB7F58589F}" type="presParOf" srcId="{F0B4A213-E4C1-493F-89FF-72C7A14DDCAB}" destId="{750907CB-AC12-4D5B-B2B9-07F993C45885}" srcOrd="0" destOrd="0" presId="urn:microsoft.com/office/officeart/2008/layout/HalfCircleOrganizationChart"/>
    <dgm:cxn modelId="{8E36D94C-6986-4531-ADF2-029FB7C77B69}" type="presParOf" srcId="{F0B4A213-E4C1-493F-89FF-72C7A14DDCAB}" destId="{92622384-50F6-4738-9B98-CE96F6D6B14A}" srcOrd="1" destOrd="0" presId="urn:microsoft.com/office/officeart/2008/layout/HalfCircleOrganizationChart"/>
    <dgm:cxn modelId="{C09BBA62-975B-4329-9888-1781EC35DD33}" type="presParOf" srcId="{F0B4A213-E4C1-493F-89FF-72C7A14DDCAB}" destId="{8EAC22E1-F2CF-4F43-BA96-5FB357026784}" srcOrd="2" destOrd="0" presId="urn:microsoft.com/office/officeart/2008/layout/HalfCircleOrganizationChart"/>
    <dgm:cxn modelId="{AB1AAE0A-EE5B-4A3D-BEA9-8276C5578FE0}" type="presParOf" srcId="{F0B4A213-E4C1-493F-89FF-72C7A14DDCAB}" destId="{2E6F854A-17D4-4305-B800-6F3C26F4CA51}" srcOrd="3" destOrd="0" presId="urn:microsoft.com/office/officeart/2008/layout/HalfCircleOrganizationChart"/>
    <dgm:cxn modelId="{7F59C24B-4124-4BA5-B172-C52258AE08BA}" type="presParOf" srcId="{522BDD3C-D781-4AE5-B89B-EEF5C63C29A4}" destId="{6AEADA62-C2F2-4211-8D68-9538F1028A2D}" srcOrd="1" destOrd="0" presId="urn:microsoft.com/office/officeart/2008/layout/HalfCircleOrganizationChart"/>
    <dgm:cxn modelId="{A27996AB-E4DF-47B7-82C3-DDD03D4137B3}" type="presParOf" srcId="{522BDD3C-D781-4AE5-B89B-EEF5C63C29A4}" destId="{BA4DF47B-6F24-4702-B550-B5F24F580AFA}" srcOrd="2" destOrd="0" presId="urn:microsoft.com/office/officeart/2008/layout/HalfCircleOrganizationChart"/>
    <dgm:cxn modelId="{CFAAE100-695C-40B3-AC2D-6754897CD909}" type="presParOf" srcId="{5A119D5D-6100-4CB8-9B79-0BD2BEB5D3B8}" destId="{5BB9718D-D180-4BAF-91D8-FAC03AC0BDA6}" srcOrd="2" destOrd="0" presId="urn:microsoft.com/office/officeart/2008/layout/HalfCircleOrganizationChart"/>
    <dgm:cxn modelId="{78322448-348A-45F1-8CB5-7E61172642D6}" type="presParOf" srcId="{5A119D5D-6100-4CB8-9B79-0BD2BEB5D3B8}" destId="{368675D0-0BFB-4852-A88C-AE095BC9FABB}" srcOrd="3" destOrd="0" presId="urn:microsoft.com/office/officeart/2008/layout/HalfCircleOrganizationChart"/>
    <dgm:cxn modelId="{56EA3AA1-EE0A-4B3C-818F-0498352FB598}" type="presParOf" srcId="{368675D0-0BFB-4852-A88C-AE095BC9FABB}" destId="{9308E193-8CED-42F9-AEF8-65C438E65DC3}" srcOrd="0" destOrd="0" presId="urn:microsoft.com/office/officeart/2008/layout/HalfCircleOrganizationChart"/>
    <dgm:cxn modelId="{AACBBD0D-B705-4B92-9060-A97C0E4BF1DE}" type="presParOf" srcId="{9308E193-8CED-42F9-AEF8-65C438E65DC3}" destId="{8BF28DC1-F227-4BF5-8F8A-DAC93A175962}" srcOrd="0" destOrd="0" presId="urn:microsoft.com/office/officeart/2008/layout/HalfCircleOrganizationChart"/>
    <dgm:cxn modelId="{1DA33CE5-B193-4E69-B120-DBECD5865928}" type="presParOf" srcId="{9308E193-8CED-42F9-AEF8-65C438E65DC3}" destId="{F2E35161-0DD7-4492-8F7A-B77A1B8E6A16}" srcOrd="1" destOrd="0" presId="urn:microsoft.com/office/officeart/2008/layout/HalfCircleOrganizationChart"/>
    <dgm:cxn modelId="{34E11251-8AEE-4AE9-8F6C-1A5276C36F65}" type="presParOf" srcId="{9308E193-8CED-42F9-AEF8-65C438E65DC3}" destId="{C5F6DB6F-A9F4-4760-B06F-E7B0F17E0202}" srcOrd="2" destOrd="0" presId="urn:microsoft.com/office/officeart/2008/layout/HalfCircleOrganizationChart"/>
    <dgm:cxn modelId="{D1930F6E-989A-490C-BBCD-7D3FE04ED5D2}" type="presParOf" srcId="{9308E193-8CED-42F9-AEF8-65C438E65DC3}" destId="{41D3685A-DC57-4E00-8387-9835751F55EC}" srcOrd="3" destOrd="0" presId="urn:microsoft.com/office/officeart/2008/layout/HalfCircleOrganizationChart"/>
    <dgm:cxn modelId="{0D519380-1ECF-497D-A70B-BB51DA501B2A}" type="presParOf" srcId="{368675D0-0BFB-4852-A88C-AE095BC9FABB}" destId="{756EBA3D-588A-48E9-B94B-7C3E704A663A}" srcOrd="1" destOrd="0" presId="urn:microsoft.com/office/officeart/2008/layout/HalfCircleOrganizationChart"/>
    <dgm:cxn modelId="{65E17126-736B-42A0-B709-6F1E561F8C96}" type="presParOf" srcId="{368675D0-0BFB-4852-A88C-AE095BC9FABB}" destId="{23954C27-744D-4C14-99FC-341CE4B5F4E1}" srcOrd="2" destOrd="0" presId="urn:microsoft.com/office/officeart/2008/layout/HalfCircleOrganizationChart"/>
    <dgm:cxn modelId="{DE489672-B8E3-481B-ADA4-7AE159FED459}" type="presParOf" srcId="{C2722488-4061-4FB5-903B-95FC61FD688F}" destId="{B55F7A5A-563E-4719-A1DA-801998CC9CC2}" srcOrd="2" destOrd="0" presId="urn:microsoft.com/office/officeart/2008/layout/HalfCircleOrganizationChart"/>
    <dgm:cxn modelId="{D4B9A989-9644-4BFB-9074-0CE2E8138A90}" type="presParOf" srcId="{E4D9D197-E3B9-4757-8B58-6033B92BF270}" destId="{3CBF7913-A99F-4F3E-8DBF-D81370073B4B}" srcOrd="2" destOrd="0" presId="urn:microsoft.com/office/officeart/2008/layout/HalfCircleOrganizationChart"/>
    <dgm:cxn modelId="{30B792FE-DBF1-44CA-86C8-4C91BE5F1FE2}" type="presParOf" srcId="{8E173872-BF83-4E38-A1C4-BD2163DC4629}" destId="{55A97B2B-CF90-4150-AFE3-1DED31AC6D5A}" srcOrd="2" destOrd="0" presId="urn:microsoft.com/office/officeart/2008/layout/HalfCircleOrganizationChart"/>
  </dgm:cxnLst>
  <dgm:bg/>
  <dgm:whole>
    <a:ln w="57150"/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EFAFD96-3601-4F17-BB82-DBBBA6C512D5}" type="doc">
      <dgm:prSet loTypeId="urn:microsoft.com/office/officeart/2008/layout/HalfCircleOrganizationChart" loCatId="hierarchy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19599602-9E94-449B-AE02-46C30491E28C}">
      <dgm:prSet phldrT="[Text]"/>
      <dgm:spPr>
        <a:solidFill>
          <a:schemeClr val="accent1"/>
        </a:solidFill>
        <a:ln>
          <a:noFill/>
        </a:ln>
      </dgm:spPr>
      <dgm:t>
        <a:bodyPr/>
        <a:lstStyle/>
        <a:p>
          <a:r>
            <a:rPr lang="en-US" dirty="0"/>
            <a:t>CISO</a:t>
          </a:r>
        </a:p>
      </dgm:t>
    </dgm:pt>
    <dgm:pt modelId="{FF371F54-3EAD-4229-B33D-30FA8E522AE4}" type="parTrans" cxnId="{7A02F5AF-F9F5-4778-A66E-DE024A3A34D9}">
      <dgm:prSet/>
      <dgm:spPr/>
      <dgm:t>
        <a:bodyPr/>
        <a:lstStyle/>
        <a:p>
          <a:endParaRPr lang="en-US"/>
        </a:p>
      </dgm:t>
    </dgm:pt>
    <dgm:pt modelId="{2A88706E-F8B3-4E84-B216-AB828E178267}" type="sibTrans" cxnId="{7A02F5AF-F9F5-4778-A66E-DE024A3A34D9}">
      <dgm:prSet/>
      <dgm:spPr/>
      <dgm:t>
        <a:bodyPr/>
        <a:lstStyle/>
        <a:p>
          <a:endParaRPr lang="en-US"/>
        </a:p>
      </dgm:t>
    </dgm:pt>
    <dgm:pt modelId="{6FD54DCC-0420-4B69-949E-C600DAC3EA80}">
      <dgm:prSet phldrT="[Text]"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Father</a:t>
          </a:r>
        </a:p>
      </dgm:t>
    </dgm:pt>
    <dgm:pt modelId="{6F5CF077-1342-46A1-93F1-68D7723F3F8C}" type="parTrans" cxnId="{A9A39EE7-F441-4563-AFFD-666EC4C4FD54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endParaRPr lang="en-US" dirty="0"/>
        </a:p>
      </dgm:t>
    </dgm:pt>
    <dgm:pt modelId="{CE57F18C-7754-4245-BB8D-0DDD9139AB8E}" type="sibTrans" cxnId="{A9A39EE7-F441-4563-AFFD-666EC4C4FD54}">
      <dgm:prSet/>
      <dgm:spPr/>
      <dgm:t>
        <a:bodyPr/>
        <a:lstStyle/>
        <a:p>
          <a:endParaRPr lang="en-US"/>
        </a:p>
      </dgm:t>
    </dgm:pt>
    <dgm:pt modelId="{1A94D251-C1DF-49B7-B803-397CC4E374C8}">
      <dgm:prSet phldrT="[Text]"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Father’s Father</a:t>
          </a:r>
        </a:p>
      </dgm:t>
    </dgm:pt>
    <dgm:pt modelId="{83470605-D50B-47C5-85E0-6C97CC1DEF2D}" type="parTrans" cxnId="{EB889005-384A-468F-A438-BCA4BE21A4EE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endParaRPr lang="en-US" dirty="0"/>
        </a:p>
      </dgm:t>
    </dgm:pt>
    <dgm:pt modelId="{4B83F8D2-E6F1-4C2F-B422-0FF1AFE48807}" type="sibTrans" cxnId="{EB889005-384A-468F-A438-BCA4BE21A4EE}">
      <dgm:prSet/>
      <dgm:spPr/>
      <dgm:t>
        <a:bodyPr/>
        <a:lstStyle/>
        <a:p>
          <a:endParaRPr lang="en-US"/>
        </a:p>
      </dgm:t>
    </dgm:pt>
    <dgm:pt modelId="{D6D663EA-8C9E-4A6C-8696-EA6202B67EB8}">
      <dgm:prSet phldrT="[Text]"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Father’s Mother</a:t>
          </a:r>
        </a:p>
      </dgm:t>
    </dgm:pt>
    <dgm:pt modelId="{C618F4B1-D56C-40B0-A9BB-A1AC22AA90C0}" type="parTrans" cxnId="{6AD0832E-D0E5-4DFA-A2C1-539A1049A92A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endParaRPr lang="en-US" dirty="0"/>
        </a:p>
      </dgm:t>
    </dgm:pt>
    <dgm:pt modelId="{350208D2-B2AB-46F5-A396-E4E2016A900E}" type="sibTrans" cxnId="{6AD0832E-D0E5-4DFA-A2C1-539A1049A92A}">
      <dgm:prSet/>
      <dgm:spPr/>
      <dgm:t>
        <a:bodyPr/>
        <a:lstStyle/>
        <a:p>
          <a:endParaRPr lang="en-US"/>
        </a:p>
      </dgm:t>
    </dgm:pt>
    <dgm:pt modelId="{0C87090F-02B0-44D5-BD4B-E5AE0D1FA7F1}">
      <dgm:prSet phldrT="[Text]"/>
      <dgm:spPr>
        <a:solidFill>
          <a:schemeClr val="accent3">
            <a:lumMod val="75000"/>
          </a:schemeClr>
        </a:solidFill>
        <a:ln>
          <a:noFill/>
        </a:ln>
      </dgm:spPr>
      <dgm:t>
        <a:bodyPr/>
        <a:lstStyle/>
        <a:p>
          <a:r>
            <a:rPr lang="en-US" dirty="0"/>
            <a:t>Mother</a:t>
          </a:r>
        </a:p>
      </dgm:t>
    </dgm:pt>
    <dgm:pt modelId="{48F43ED3-A177-4096-B556-EB782F87985E}" type="parTrans" cxnId="{30E0B992-157A-405B-8572-770CFD4D21A1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endParaRPr lang="en-US" dirty="0"/>
        </a:p>
      </dgm:t>
    </dgm:pt>
    <dgm:pt modelId="{24E0BA02-AFC8-4BBC-85FF-8CECFE2FDD5C}" type="sibTrans" cxnId="{30E0B992-157A-405B-8572-770CFD4D21A1}">
      <dgm:prSet/>
      <dgm:spPr/>
      <dgm:t>
        <a:bodyPr/>
        <a:lstStyle/>
        <a:p>
          <a:endParaRPr lang="en-US"/>
        </a:p>
      </dgm:t>
    </dgm:pt>
    <dgm:pt modelId="{A97D053E-A973-4364-B69E-A280008FFC90}">
      <dgm:prSet phldrT="[Text]"/>
      <dgm:spPr>
        <a:solidFill>
          <a:schemeClr val="accent3">
            <a:lumMod val="75000"/>
          </a:schemeClr>
        </a:solidFill>
        <a:ln>
          <a:noFill/>
        </a:ln>
      </dgm:spPr>
      <dgm:t>
        <a:bodyPr/>
        <a:lstStyle/>
        <a:p>
          <a:r>
            <a:rPr lang="en-US" dirty="0"/>
            <a:t>Mother’s Father</a:t>
          </a:r>
        </a:p>
      </dgm:t>
    </dgm:pt>
    <dgm:pt modelId="{0269C22A-A20B-4CCC-917A-8B311E437315}" type="parTrans" cxnId="{06C05031-CC2B-43C8-8D83-6BE882BBEE11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endParaRPr lang="en-US" dirty="0"/>
        </a:p>
      </dgm:t>
    </dgm:pt>
    <dgm:pt modelId="{243C102C-DAA2-4245-A1D1-9E6A71F7AB05}" type="sibTrans" cxnId="{06C05031-CC2B-43C8-8D83-6BE882BBEE11}">
      <dgm:prSet/>
      <dgm:spPr/>
      <dgm:t>
        <a:bodyPr/>
        <a:lstStyle/>
        <a:p>
          <a:endParaRPr lang="en-US"/>
        </a:p>
      </dgm:t>
    </dgm:pt>
    <dgm:pt modelId="{17B28C8D-4122-47D7-B7FB-F388CF6C3000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Father’s Paternal Grandfather</a:t>
          </a:r>
        </a:p>
      </dgm:t>
    </dgm:pt>
    <dgm:pt modelId="{542C2CD9-2A21-4722-8528-5FB4B05AB731}" type="parTrans" cxnId="{1CEBBBCE-A789-4745-947D-9861B5AF62B8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endParaRPr lang="en-US" dirty="0"/>
        </a:p>
      </dgm:t>
    </dgm:pt>
    <dgm:pt modelId="{37B8B82F-495B-4449-AB18-F894FFA1EC4F}" type="sibTrans" cxnId="{1CEBBBCE-A789-4745-947D-9861B5AF62B8}">
      <dgm:prSet/>
      <dgm:spPr/>
      <dgm:t>
        <a:bodyPr/>
        <a:lstStyle/>
        <a:p>
          <a:endParaRPr lang="en-US"/>
        </a:p>
      </dgm:t>
    </dgm:pt>
    <dgm:pt modelId="{046AD741-59DE-4633-A525-7FE00DBEB49B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Father’s Paternal Grandmother</a:t>
          </a:r>
        </a:p>
      </dgm:t>
    </dgm:pt>
    <dgm:pt modelId="{38E04EEA-C159-4C5C-9FBC-5AD5689D40A4}" type="parTrans" cxnId="{22127F95-3520-4798-BE99-69B42014FA83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endParaRPr lang="en-US" dirty="0"/>
        </a:p>
      </dgm:t>
    </dgm:pt>
    <dgm:pt modelId="{C65822A1-9505-4ED1-92ED-8ECF3EEE4A98}" type="sibTrans" cxnId="{22127F95-3520-4798-BE99-69B42014FA83}">
      <dgm:prSet/>
      <dgm:spPr/>
      <dgm:t>
        <a:bodyPr/>
        <a:lstStyle/>
        <a:p>
          <a:endParaRPr lang="en-US"/>
        </a:p>
      </dgm:t>
    </dgm:pt>
    <dgm:pt modelId="{A42DED5E-3919-412A-8377-DE6122E1AD30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Father’s Maternal Grandfather</a:t>
          </a:r>
        </a:p>
      </dgm:t>
    </dgm:pt>
    <dgm:pt modelId="{D05EA4EE-52C7-4A7F-9A69-CD36D787717D}" type="parTrans" cxnId="{49B17D65-6E5E-48F0-B40D-53AEA94A5346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endParaRPr lang="en-US" dirty="0"/>
        </a:p>
      </dgm:t>
    </dgm:pt>
    <dgm:pt modelId="{4503E061-C76A-43D4-9951-E6976365CBEB}" type="sibTrans" cxnId="{49B17D65-6E5E-48F0-B40D-53AEA94A5346}">
      <dgm:prSet/>
      <dgm:spPr/>
      <dgm:t>
        <a:bodyPr/>
        <a:lstStyle/>
        <a:p>
          <a:endParaRPr lang="en-US"/>
        </a:p>
      </dgm:t>
    </dgm:pt>
    <dgm:pt modelId="{36515DAA-DE94-4D05-BF16-8D5E13CADE3A}">
      <dgm:prSet/>
      <dgm:spPr>
        <a:solidFill>
          <a:schemeClr val="accent4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Father’s Maternal Grandmother</a:t>
          </a:r>
        </a:p>
      </dgm:t>
    </dgm:pt>
    <dgm:pt modelId="{15779972-6EB7-4A17-A8F4-C736B5F0CED0}" type="parTrans" cxnId="{2BBFE0CB-7EA9-4048-B997-094B4E858D3D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endParaRPr lang="en-US" dirty="0"/>
        </a:p>
      </dgm:t>
    </dgm:pt>
    <dgm:pt modelId="{D6A2C69D-961B-4FA1-8F05-385D9A2E46C1}" type="sibTrans" cxnId="{2BBFE0CB-7EA9-4048-B997-094B4E858D3D}">
      <dgm:prSet/>
      <dgm:spPr/>
      <dgm:t>
        <a:bodyPr/>
        <a:lstStyle/>
        <a:p>
          <a:endParaRPr lang="en-US"/>
        </a:p>
      </dgm:t>
    </dgm:pt>
    <dgm:pt modelId="{BF1D701A-DD2D-4121-8BFA-FBE1FBF81F9E}">
      <dgm:prSet/>
      <dgm:spPr>
        <a:solidFill>
          <a:schemeClr val="accent3">
            <a:lumMod val="75000"/>
          </a:schemeClr>
        </a:solidFill>
        <a:ln>
          <a:noFill/>
        </a:ln>
      </dgm:spPr>
      <dgm:t>
        <a:bodyPr/>
        <a:lstStyle/>
        <a:p>
          <a:r>
            <a:rPr lang="en-US" dirty="0"/>
            <a:t>Mother’s Paternal Grandfather</a:t>
          </a:r>
        </a:p>
      </dgm:t>
    </dgm:pt>
    <dgm:pt modelId="{E61AFEE5-2004-43A9-AA62-07A1459E6FC5}" type="parTrans" cxnId="{801C22C7-1C0F-44EF-839E-A030B3D15017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endParaRPr lang="en-US" dirty="0"/>
        </a:p>
      </dgm:t>
    </dgm:pt>
    <dgm:pt modelId="{B0000C6F-B2A3-4526-8C16-C73AEA735EAF}" type="sibTrans" cxnId="{801C22C7-1C0F-44EF-839E-A030B3D15017}">
      <dgm:prSet/>
      <dgm:spPr/>
      <dgm:t>
        <a:bodyPr/>
        <a:lstStyle/>
        <a:p>
          <a:endParaRPr lang="en-US"/>
        </a:p>
      </dgm:t>
    </dgm:pt>
    <dgm:pt modelId="{3E8CD513-115F-4B58-815D-06B1F22F397C}">
      <dgm:prSet/>
      <dgm:spPr>
        <a:solidFill>
          <a:schemeClr val="accent3">
            <a:lumMod val="75000"/>
          </a:schemeClr>
        </a:solidFill>
        <a:ln>
          <a:noFill/>
        </a:ln>
      </dgm:spPr>
      <dgm:t>
        <a:bodyPr/>
        <a:lstStyle/>
        <a:p>
          <a:r>
            <a:rPr lang="en-US" dirty="0"/>
            <a:t>Mother’s Maternal Grandfather</a:t>
          </a:r>
        </a:p>
      </dgm:t>
    </dgm:pt>
    <dgm:pt modelId="{3B869A9C-B7D4-4C45-83F4-03ACDF260BAA}" type="parTrans" cxnId="{57BA49A5-970F-4C56-97FD-1793BA151951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endParaRPr lang="en-US" dirty="0"/>
        </a:p>
      </dgm:t>
    </dgm:pt>
    <dgm:pt modelId="{EC3168F8-C366-430E-B611-B7728C52D74E}" type="sibTrans" cxnId="{57BA49A5-970F-4C56-97FD-1793BA151951}">
      <dgm:prSet/>
      <dgm:spPr/>
      <dgm:t>
        <a:bodyPr/>
        <a:lstStyle/>
        <a:p>
          <a:endParaRPr lang="en-US"/>
        </a:p>
      </dgm:t>
    </dgm:pt>
    <dgm:pt modelId="{E9F65067-7ACB-40C2-B29C-E9D30340A5AE}">
      <dgm:prSet/>
      <dgm:spPr>
        <a:solidFill>
          <a:schemeClr val="accent3">
            <a:lumMod val="75000"/>
          </a:schemeClr>
        </a:solidFill>
        <a:ln>
          <a:noFill/>
        </a:ln>
      </dgm:spPr>
      <dgm:t>
        <a:bodyPr/>
        <a:lstStyle/>
        <a:p>
          <a:r>
            <a:rPr lang="en-US" dirty="0"/>
            <a:t>Mother’s Maternal Grandmother</a:t>
          </a:r>
        </a:p>
      </dgm:t>
    </dgm:pt>
    <dgm:pt modelId="{D29892E2-A45E-4000-9CA5-664212285B28}" type="parTrans" cxnId="{2B754EE7-3BDF-4B4F-AC0A-7EE36FAA095D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endParaRPr lang="en-US" dirty="0"/>
        </a:p>
      </dgm:t>
    </dgm:pt>
    <dgm:pt modelId="{1AD94586-FEB5-47C2-8565-F409B3018C3F}" type="sibTrans" cxnId="{2B754EE7-3BDF-4B4F-AC0A-7EE36FAA095D}">
      <dgm:prSet/>
      <dgm:spPr/>
      <dgm:t>
        <a:bodyPr/>
        <a:lstStyle/>
        <a:p>
          <a:endParaRPr lang="en-US"/>
        </a:p>
      </dgm:t>
    </dgm:pt>
    <dgm:pt modelId="{991DD7BB-FD91-49EE-AAF5-140AB35E43F7}">
      <dgm:prSet/>
      <dgm:spPr>
        <a:solidFill>
          <a:schemeClr val="accent3">
            <a:lumMod val="75000"/>
          </a:schemeClr>
        </a:solidFill>
        <a:ln>
          <a:noFill/>
        </a:ln>
      </dgm:spPr>
      <dgm:t>
        <a:bodyPr/>
        <a:lstStyle/>
        <a:p>
          <a:r>
            <a:rPr lang="en-US" dirty="0"/>
            <a:t>Mother’s Mother</a:t>
          </a:r>
        </a:p>
      </dgm:t>
    </dgm:pt>
    <dgm:pt modelId="{8C5DE38B-5BD6-4776-8A20-AEE9D7B23E51}" type="sibTrans" cxnId="{2B80D23B-5A2B-4D63-AF88-2D04D8D865AC}">
      <dgm:prSet/>
      <dgm:spPr/>
      <dgm:t>
        <a:bodyPr/>
        <a:lstStyle/>
        <a:p>
          <a:endParaRPr lang="en-US"/>
        </a:p>
      </dgm:t>
    </dgm:pt>
    <dgm:pt modelId="{E3D22BD8-B8F5-4AEB-A8DD-53D6A1A29BAD}" type="parTrans" cxnId="{2B80D23B-5A2B-4D63-AF88-2D04D8D865AC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endParaRPr lang="en-US" dirty="0"/>
        </a:p>
      </dgm:t>
    </dgm:pt>
    <dgm:pt modelId="{79000407-B618-4AA0-AE6F-351CCF19973C}">
      <dgm:prSet/>
      <dgm:spPr>
        <a:solidFill>
          <a:schemeClr val="accent3">
            <a:lumMod val="75000"/>
          </a:schemeClr>
        </a:solidFill>
        <a:ln>
          <a:noFill/>
        </a:ln>
      </dgm:spPr>
      <dgm:t>
        <a:bodyPr/>
        <a:lstStyle/>
        <a:p>
          <a:r>
            <a:rPr lang="en-US" dirty="0"/>
            <a:t>Mother’s Paternal Grandmother</a:t>
          </a:r>
        </a:p>
      </dgm:t>
    </dgm:pt>
    <dgm:pt modelId="{DB5A3344-0E8D-4A20-9A88-3BA2A121512E}" type="sibTrans" cxnId="{06684567-3B55-4758-89F3-E2D11CF50A2A}">
      <dgm:prSet/>
      <dgm:spPr/>
      <dgm:t>
        <a:bodyPr/>
        <a:lstStyle/>
        <a:p>
          <a:endParaRPr lang="en-US"/>
        </a:p>
      </dgm:t>
    </dgm:pt>
    <dgm:pt modelId="{B3F39DDC-3510-46CA-8785-019129068DE0}" type="parTrans" cxnId="{06684567-3B55-4758-89F3-E2D11CF50A2A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endParaRPr lang="en-US" dirty="0"/>
        </a:p>
      </dgm:t>
    </dgm:pt>
    <dgm:pt modelId="{3C8A43EC-8BE7-45F0-A5FF-2970571C116C}" type="pres">
      <dgm:prSet presAssocID="{9EFAFD96-3601-4F17-BB82-DBBBA6C512D5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E173872-BF83-4E38-A1C4-BD2163DC4629}" type="pres">
      <dgm:prSet presAssocID="{19599602-9E94-449B-AE02-46C30491E28C}" presName="hierRoot1" presStyleCnt="0">
        <dgm:presLayoutVars>
          <dgm:hierBranch val="init"/>
        </dgm:presLayoutVars>
      </dgm:prSet>
      <dgm:spPr/>
    </dgm:pt>
    <dgm:pt modelId="{4C283ABA-7655-4E4A-8A77-88E9DCEACCA1}" type="pres">
      <dgm:prSet presAssocID="{19599602-9E94-449B-AE02-46C30491E28C}" presName="rootComposite1" presStyleCnt="0"/>
      <dgm:spPr/>
    </dgm:pt>
    <dgm:pt modelId="{0CACE8F8-12A4-4395-B7F4-15F79AA9B89F}" type="pres">
      <dgm:prSet presAssocID="{19599602-9E94-449B-AE02-46C30491E28C}" presName="rootText1" presStyleLbl="alignAcc1" presStyleIdx="0" presStyleCnt="0">
        <dgm:presLayoutVars>
          <dgm:chPref val="3"/>
        </dgm:presLayoutVars>
      </dgm:prSet>
      <dgm:spPr/>
    </dgm:pt>
    <dgm:pt modelId="{1F43241A-A75E-4CAC-A52F-69619046424D}" type="pres">
      <dgm:prSet presAssocID="{19599602-9E94-449B-AE02-46C30491E28C}" presName="topArc1" presStyleLbl="parChTrans1D1" presStyleIdx="0" presStyleCnt="30"/>
      <dgm:spPr/>
    </dgm:pt>
    <dgm:pt modelId="{EBBADE81-EE53-4E8F-9DC6-AF9A34B04556}" type="pres">
      <dgm:prSet presAssocID="{19599602-9E94-449B-AE02-46C30491E28C}" presName="bottomArc1" presStyleLbl="parChTrans1D1" presStyleIdx="1" presStyleCnt="30"/>
      <dgm:spPr/>
    </dgm:pt>
    <dgm:pt modelId="{CD9DD20A-1C0A-4038-A818-BC8F5397FDD0}" type="pres">
      <dgm:prSet presAssocID="{19599602-9E94-449B-AE02-46C30491E28C}" presName="topConnNode1" presStyleLbl="node1" presStyleIdx="0" presStyleCnt="0"/>
      <dgm:spPr/>
    </dgm:pt>
    <dgm:pt modelId="{B45143F2-2FC1-49E2-96F6-B011DE9F5362}" type="pres">
      <dgm:prSet presAssocID="{19599602-9E94-449B-AE02-46C30491E28C}" presName="hierChild2" presStyleCnt="0"/>
      <dgm:spPr/>
    </dgm:pt>
    <dgm:pt modelId="{2FA0EDE2-C038-4247-A158-CFA54FDBA7D8}" type="pres">
      <dgm:prSet presAssocID="{6F5CF077-1342-46A1-93F1-68D7723F3F8C}" presName="Name28" presStyleLbl="parChTrans1D2" presStyleIdx="0" presStyleCnt="2"/>
      <dgm:spPr/>
    </dgm:pt>
    <dgm:pt modelId="{2BAEBFF3-FBEC-4B0A-A6F4-DC43ECA4EBE3}" type="pres">
      <dgm:prSet presAssocID="{6FD54DCC-0420-4B69-949E-C600DAC3EA80}" presName="hierRoot2" presStyleCnt="0">
        <dgm:presLayoutVars>
          <dgm:hierBranch val="init"/>
        </dgm:presLayoutVars>
      </dgm:prSet>
      <dgm:spPr/>
    </dgm:pt>
    <dgm:pt modelId="{385B6813-F176-4F5C-BF0C-57A445FB5972}" type="pres">
      <dgm:prSet presAssocID="{6FD54DCC-0420-4B69-949E-C600DAC3EA80}" presName="rootComposite2" presStyleCnt="0"/>
      <dgm:spPr/>
    </dgm:pt>
    <dgm:pt modelId="{43CEF602-64B8-4197-8172-7EA0F8E7FC8D}" type="pres">
      <dgm:prSet presAssocID="{6FD54DCC-0420-4B69-949E-C600DAC3EA80}" presName="rootText2" presStyleLbl="alignAcc1" presStyleIdx="0" presStyleCnt="0">
        <dgm:presLayoutVars>
          <dgm:chPref val="3"/>
        </dgm:presLayoutVars>
      </dgm:prSet>
      <dgm:spPr/>
    </dgm:pt>
    <dgm:pt modelId="{02CDFC24-61AA-4349-8FC6-18F4500F518D}" type="pres">
      <dgm:prSet presAssocID="{6FD54DCC-0420-4B69-949E-C600DAC3EA80}" presName="topArc2" presStyleLbl="parChTrans1D1" presStyleIdx="2" presStyleCnt="30"/>
      <dgm:spPr/>
    </dgm:pt>
    <dgm:pt modelId="{38CCC689-F664-4DDB-A973-77B1836B91A3}" type="pres">
      <dgm:prSet presAssocID="{6FD54DCC-0420-4B69-949E-C600DAC3EA80}" presName="bottomArc2" presStyleLbl="parChTrans1D1" presStyleIdx="3" presStyleCnt="30"/>
      <dgm:spPr/>
    </dgm:pt>
    <dgm:pt modelId="{4EDDE334-BE34-445B-B5DD-FE32E273E9E4}" type="pres">
      <dgm:prSet presAssocID="{6FD54DCC-0420-4B69-949E-C600DAC3EA80}" presName="topConnNode2" presStyleLbl="node2" presStyleIdx="0" presStyleCnt="0"/>
      <dgm:spPr/>
    </dgm:pt>
    <dgm:pt modelId="{E96459EE-06D2-49E8-9B7F-57AF544B2809}" type="pres">
      <dgm:prSet presAssocID="{6FD54DCC-0420-4B69-949E-C600DAC3EA80}" presName="hierChild4" presStyleCnt="0"/>
      <dgm:spPr/>
    </dgm:pt>
    <dgm:pt modelId="{05AA4A42-4E67-4DB8-BA79-C5E6605AA54D}" type="pres">
      <dgm:prSet presAssocID="{83470605-D50B-47C5-85E0-6C97CC1DEF2D}" presName="Name28" presStyleLbl="parChTrans1D3" presStyleIdx="0" presStyleCnt="4"/>
      <dgm:spPr/>
    </dgm:pt>
    <dgm:pt modelId="{4AEC2381-BBA6-4E02-9D64-99E253E452A1}" type="pres">
      <dgm:prSet presAssocID="{1A94D251-C1DF-49B7-B803-397CC4E374C8}" presName="hierRoot2" presStyleCnt="0">
        <dgm:presLayoutVars>
          <dgm:hierBranch val="init"/>
        </dgm:presLayoutVars>
      </dgm:prSet>
      <dgm:spPr/>
    </dgm:pt>
    <dgm:pt modelId="{94AC2E1D-1C63-426E-B748-5766A6670446}" type="pres">
      <dgm:prSet presAssocID="{1A94D251-C1DF-49B7-B803-397CC4E374C8}" presName="rootComposite2" presStyleCnt="0"/>
      <dgm:spPr/>
    </dgm:pt>
    <dgm:pt modelId="{9076C0E7-FE12-4928-B124-09C31700E28E}" type="pres">
      <dgm:prSet presAssocID="{1A94D251-C1DF-49B7-B803-397CC4E374C8}" presName="rootText2" presStyleLbl="alignAcc1" presStyleIdx="0" presStyleCnt="0">
        <dgm:presLayoutVars>
          <dgm:chPref val="3"/>
        </dgm:presLayoutVars>
      </dgm:prSet>
      <dgm:spPr/>
    </dgm:pt>
    <dgm:pt modelId="{CF2A05A4-E5B6-49B7-BEF5-C35C870ACC47}" type="pres">
      <dgm:prSet presAssocID="{1A94D251-C1DF-49B7-B803-397CC4E374C8}" presName="topArc2" presStyleLbl="parChTrans1D1" presStyleIdx="4" presStyleCnt="30"/>
      <dgm:spPr/>
    </dgm:pt>
    <dgm:pt modelId="{C80453DB-24AA-46A4-860F-D7EBB5157B2A}" type="pres">
      <dgm:prSet presAssocID="{1A94D251-C1DF-49B7-B803-397CC4E374C8}" presName="bottomArc2" presStyleLbl="parChTrans1D1" presStyleIdx="5" presStyleCnt="30"/>
      <dgm:spPr/>
    </dgm:pt>
    <dgm:pt modelId="{5F71FF08-290D-43BC-8797-723C48952979}" type="pres">
      <dgm:prSet presAssocID="{1A94D251-C1DF-49B7-B803-397CC4E374C8}" presName="topConnNode2" presStyleLbl="node3" presStyleIdx="0" presStyleCnt="0"/>
      <dgm:spPr/>
    </dgm:pt>
    <dgm:pt modelId="{B5661264-6FCD-4D64-AC9F-DF73D082D53D}" type="pres">
      <dgm:prSet presAssocID="{1A94D251-C1DF-49B7-B803-397CC4E374C8}" presName="hierChild4" presStyleCnt="0"/>
      <dgm:spPr/>
    </dgm:pt>
    <dgm:pt modelId="{E0C95563-0D47-49A8-B88F-25D30F59F738}" type="pres">
      <dgm:prSet presAssocID="{542C2CD9-2A21-4722-8528-5FB4B05AB731}" presName="Name28" presStyleLbl="parChTrans1D4" presStyleIdx="0" presStyleCnt="8"/>
      <dgm:spPr/>
    </dgm:pt>
    <dgm:pt modelId="{D02B837E-F721-4555-881E-158B93EF3592}" type="pres">
      <dgm:prSet presAssocID="{17B28C8D-4122-47D7-B7FB-F388CF6C3000}" presName="hierRoot2" presStyleCnt="0">
        <dgm:presLayoutVars>
          <dgm:hierBranch val="init"/>
        </dgm:presLayoutVars>
      </dgm:prSet>
      <dgm:spPr/>
    </dgm:pt>
    <dgm:pt modelId="{AD4203E2-3BE5-46AC-91B2-715D4FCDE16D}" type="pres">
      <dgm:prSet presAssocID="{17B28C8D-4122-47D7-B7FB-F388CF6C3000}" presName="rootComposite2" presStyleCnt="0"/>
      <dgm:spPr/>
    </dgm:pt>
    <dgm:pt modelId="{51FD43AE-B652-4E29-970A-B221B80CBE54}" type="pres">
      <dgm:prSet presAssocID="{17B28C8D-4122-47D7-B7FB-F388CF6C3000}" presName="rootText2" presStyleLbl="alignAcc1" presStyleIdx="0" presStyleCnt="0">
        <dgm:presLayoutVars>
          <dgm:chPref val="3"/>
        </dgm:presLayoutVars>
      </dgm:prSet>
      <dgm:spPr/>
    </dgm:pt>
    <dgm:pt modelId="{63012989-DB9B-47BB-AD0D-D2085871D2FF}" type="pres">
      <dgm:prSet presAssocID="{17B28C8D-4122-47D7-B7FB-F388CF6C3000}" presName="topArc2" presStyleLbl="parChTrans1D1" presStyleIdx="6" presStyleCnt="30"/>
      <dgm:spPr/>
    </dgm:pt>
    <dgm:pt modelId="{106C4A30-F25A-4C95-AE83-D78F4BC119FF}" type="pres">
      <dgm:prSet presAssocID="{17B28C8D-4122-47D7-B7FB-F388CF6C3000}" presName="bottomArc2" presStyleLbl="parChTrans1D1" presStyleIdx="7" presStyleCnt="30"/>
      <dgm:spPr/>
    </dgm:pt>
    <dgm:pt modelId="{3688FA94-6F7B-4904-ADF7-AF3F2114FE73}" type="pres">
      <dgm:prSet presAssocID="{17B28C8D-4122-47D7-B7FB-F388CF6C3000}" presName="topConnNode2" presStyleLbl="node4" presStyleIdx="0" presStyleCnt="0"/>
      <dgm:spPr/>
    </dgm:pt>
    <dgm:pt modelId="{DD5822BB-A04B-43F9-8A42-E3EE52F55241}" type="pres">
      <dgm:prSet presAssocID="{17B28C8D-4122-47D7-B7FB-F388CF6C3000}" presName="hierChild4" presStyleCnt="0"/>
      <dgm:spPr/>
    </dgm:pt>
    <dgm:pt modelId="{F2392E57-D8E2-428C-A0F5-C97C1F1E04FE}" type="pres">
      <dgm:prSet presAssocID="{17B28C8D-4122-47D7-B7FB-F388CF6C3000}" presName="hierChild5" presStyleCnt="0"/>
      <dgm:spPr/>
    </dgm:pt>
    <dgm:pt modelId="{EEEAB8B4-B389-4993-BB6F-08A96E526912}" type="pres">
      <dgm:prSet presAssocID="{38E04EEA-C159-4C5C-9FBC-5AD5689D40A4}" presName="Name28" presStyleLbl="parChTrans1D4" presStyleIdx="1" presStyleCnt="8"/>
      <dgm:spPr/>
    </dgm:pt>
    <dgm:pt modelId="{850F310F-7FA6-4CBE-BEEF-59BC9EF587C5}" type="pres">
      <dgm:prSet presAssocID="{046AD741-59DE-4633-A525-7FE00DBEB49B}" presName="hierRoot2" presStyleCnt="0">
        <dgm:presLayoutVars>
          <dgm:hierBranch val="init"/>
        </dgm:presLayoutVars>
      </dgm:prSet>
      <dgm:spPr/>
    </dgm:pt>
    <dgm:pt modelId="{B7B8DF43-9EC6-4365-8FD8-B2034861E78F}" type="pres">
      <dgm:prSet presAssocID="{046AD741-59DE-4633-A525-7FE00DBEB49B}" presName="rootComposite2" presStyleCnt="0"/>
      <dgm:spPr/>
    </dgm:pt>
    <dgm:pt modelId="{DBAFB44D-FE38-42C5-8336-8ACBA5005AF5}" type="pres">
      <dgm:prSet presAssocID="{046AD741-59DE-4633-A525-7FE00DBEB49B}" presName="rootText2" presStyleLbl="alignAcc1" presStyleIdx="0" presStyleCnt="0">
        <dgm:presLayoutVars>
          <dgm:chPref val="3"/>
        </dgm:presLayoutVars>
      </dgm:prSet>
      <dgm:spPr/>
    </dgm:pt>
    <dgm:pt modelId="{23FA3DFD-290C-4DC8-8E6C-016EE59B0937}" type="pres">
      <dgm:prSet presAssocID="{046AD741-59DE-4633-A525-7FE00DBEB49B}" presName="topArc2" presStyleLbl="parChTrans1D1" presStyleIdx="8" presStyleCnt="30"/>
      <dgm:spPr/>
    </dgm:pt>
    <dgm:pt modelId="{1AC30DFC-DAEB-4E23-BB23-BCAEFDCF71D6}" type="pres">
      <dgm:prSet presAssocID="{046AD741-59DE-4633-A525-7FE00DBEB49B}" presName="bottomArc2" presStyleLbl="parChTrans1D1" presStyleIdx="9" presStyleCnt="30"/>
      <dgm:spPr/>
    </dgm:pt>
    <dgm:pt modelId="{F2F9187C-F96B-4812-A6D6-0383A6D1C47E}" type="pres">
      <dgm:prSet presAssocID="{046AD741-59DE-4633-A525-7FE00DBEB49B}" presName="topConnNode2" presStyleLbl="node4" presStyleIdx="0" presStyleCnt="0"/>
      <dgm:spPr/>
    </dgm:pt>
    <dgm:pt modelId="{9EC839E1-3E93-4DE2-8FAC-CAB5339A2F7F}" type="pres">
      <dgm:prSet presAssocID="{046AD741-59DE-4633-A525-7FE00DBEB49B}" presName="hierChild4" presStyleCnt="0"/>
      <dgm:spPr/>
    </dgm:pt>
    <dgm:pt modelId="{BBFC1BCC-C7C2-4BE8-BF4B-A840CC81886D}" type="pres">
      <dgm:prSet presAssocID="{046AD741-59DE-4633-A525-7FE00DBEB49B}" presName="hierChild5" presStyleCnt="0"/>
      <dgm:spPr/>
    </dgm:pt>
    <dgm:pt modelId="{847F2F92-5488-4288-8132-06DC297EBD93}" type="pres">
      <dgm:prSet presAssocID="{1A94D251-C1DF-49B7-B803-397CC4E374C8}" presName="hierChild5" presStyleCnt="0"/>
      <dgm:spPr/>
    </dgm:pt>
    <dgm:pt modelId="{FF949335-EF86-4C3F-84CD-5BB53B656E9A}" type="pres">
      <dgm:prSet presAssocID="{C618F4B1-D56C-40B0-A9BB-A1AC22AA90C0}" presName="Name28" presStyleLbl="parChTrans1D3" presStyleIdx="1" presStyleCnt="4"/>
      <dgm:spPr/>
    </dgm:pt>
    <dgm:pt modelId="{E8AFFCC9-FEC6-4BB9-B68F-6FE94830A288}" type="pres">
      <dgm:prSet presAssocID="{D6D663EA-8C9E-4A6C-8696-EA6202B67EB8}" presName="hierRoot2" presStyleCnt="0">
        <dgm:presLayoutVars>
          <dgm:hierBranch val="init"/>
        </dgm:presLayoutVars>
      </dgm:prSet>
      <dgm:spPr/>
    </dgm:pt>
    <dgm:pt modelId="{3352FE6E-B9BC-470B-A6E8-AD7A8AF06412}" type="pres">
      <dgm:prSet presAssocID="{D6D663EA-8C9E-4A6C-8696-EA6202B67EB8}" presName="rootComposite2" presStyleCnt="0"/>
      <dgm:spPr/>
    </dgm:pt>
    <dgm:pt modelId="{FC8028A1-1C4F-481D-A140-8D82CFE85080}" type="pres">
      <dgm:prSet presAssocID="{D6D663EA-8C9E-4A6C-8696-EA6202B67EB8}" presName="rootText2" presStyleLbl="alignAcc1" presStyleIdx="0" presStyleCnt="0">
        <dgm:presLayoutVars>
          <dgm:chPref val="3"/>
        </dgm:presLayoutVars>
      </dgm:prSet>
      <dgm:spPr/>
    </dgm:pt>
    <dgm:pt modelId="{228C9A2A-60F2-4A15-83FC-8BCB410F20D0}" type="pres">
      <dgm:prSet presAssocID="{D6D663EA-8C9E-4A6C-8696-EA6202B67EB8}" presName="topArc2" presStyleLbl="parChTrans1D1" presStyleIdx="10" presStyleCnt="30"/>
      <dgm:spPr/>
    </dgm:pt>
    <dgm:pt modelId="{382CFC46-0D19-46EA-A689-AEB267878B78}" type="pres">
      <dgm:prSet presAssocID="{D6D663EA-8C9E-4A6C-8696-EA6202B67EB8}" presName="bottomArc2" presStyleLbl="parChTrans1D1" presStyleIdx="11" presStyleCnt="30"/>
      <dgm:spPr/>
    </dgm:pt>
    <dgm:pt modelId="{37748CC3-E5AD-48A0-BE81-C5004DED894E}" type="pres">
      <dgm:prSet presAssocID="{D6D663EA-8C9E-4A6C-8696-EA6202B67EB8}" presName="topConnNode2" presStyleLbl="node3" presStyleIdx="0" presStyleCnt="0"/>
      <dgm:spPr/>
    </dgm:pt>
    <dgm:pt modelId="{B4F80EF9-E64B-472B-A469-A476EEA31B0B}" type="pres">
      <dgm:prSet presAssocID="{D6D663EA-8C9E-4A6C-8696-EA6202B67EB8}" presName="hierChild4" presStyleCnt="0"/>
      <dgm:spPr/>
    </dgm:pt>
    <dgm:pt modelId="{D20CC9FF-81BA-4BB9-8106-BF6125FD3730}" type="pres">
      <dgm:prSet presAssocID="{D05EA4EE-52C7-4A7F-9A69-CD36D787717D}" presName="Name28" presStyleLbl="parChTrans1D4" presStyleIdx="2" presStyleCnt="8"/>
      <dgm:spPr/>
    </dgm:pt>
    <dgm:pt modelId="{9B9C48D4-8E0F-4486-B41D-630F3E613B64}" type="pres">
      <dgm:prSet presAssocID="{A42DED5E-3919-412A-8377-DE6122E1AD30}" presName="hierRoot2" presStyleCnt="0">
        <dgm:presLayoutVars>
          <dgm:hierBranch val="init"/>
        </dgm:presLayoutVars>
      </dgm:prSet>
      <dgm:spPr/>
    </dgm:pt>
    <dgm:pt modelId="{418D66F2-2A38-4521-B952-0E0EF7492910}" type="pres">
      <dgm:prSet presAssocID="{A42DED5E-3919-412A-8377-DE6122E1AD30}" presName="rootComposite2" presStyleCnt="0"/>
      <dgm:spPr/>
    </dgm:pt>
    <dgm:pt modelId="{7C856A6F-2114-46B4-AC71-0E5C151F1FA4}" type="pres">
      <dgm:prSet presAssocID="{A42DED5E-3919-412A-8377-DE6122E1AD30}" presName="rootText2" presStyleLbl="alignAcc1" presStyleIdx="0" presStyleCnt="0">
        <dgm:presLayoutVars>
          <dgm:chPref val="3"/>
        </dgm:presLayoutVars>
      </dgm:prSet>
      <dgm:spPr/>
    </dgm:pt>
    <dgm:pt modelId="{D5B36B7C-6A10-46BB-8A16-BD262A7BA042}" type="pres">
      <dgm:prSet presAssocID="{A42DED5E-3919-412A-8377-DE6122E1AD30}" presName="topArc2" presStyleLbl="parChTrans1D1" presStyleIdx="12" presStyleCnt="30"/>
      <dgm:spPr/>
    </dgm:pt>
    <dgm:pt modelId="{9A1BFFBA-A8DB-49CD-9143-33E1E80D4AD3}" type="pres">
      <dgm:prSet presAssocID="{A42DED5E-3919-412A-8377-DE6122E1AD30}" presName="bottomArc2" presStyleLbl="parChTrans1D1" presStyleIdx="13" presStyleCnt="30"/>
      <dgm:spPr/>
    </dgm:pt>
    <dgm:pt modelId="{A1CE3BD4-93EB-4D9B-A5AF-88A37249DC2E}" type="pres">
      <dgm:prSet presAssocID="{A42DED5E-3919-412A-8377-DE6122E1AD30}" presName="topConnNode2" presStyleLbl="node4" presStyleIdx="0" presStyleCnt="0"/>
      <dgm:spPr/>
    </dgm:pt>
    <dgm:pt modelId="{7CFA845E-85E5-4804-8EAA-AD6F89ADF4CD}" type="pres">
      <dgm:prSet presAssocID="{A42DED5E-3919-412A-8377-DE6122E1AD30}" presName="hierChild4" presStyleCnt="0"/>
      <dgm:spPr/>
    </dgm:pt>
    <dgm:pt modelId="{A7A90A0B-A5ED-4314-A513-D1AC436EA611}" type="pres">
      <dgm:prSet presAssocID="{A42DED5E-3919-412A-8377-DE6122E1AD30}" presName="hierChild5" presStyleCnt="0"/>
      <dgm:spPr/>
    </dgm:pt>
    <dgm:pt modelId="{A2E9C3D7-1CFD-484C-80CB-B939465E74A5}" type="pres">
      <dgm:prSet presAssocID="{15779972-6EB7-4A17-A8F4-C736B5F0CED0}" presName="Name28" presStyleLbl="parChTrans1D4" presStyleIdx="3" presStyleCnt="8"/>
      <dgm:spPr/>
    </dgm:pt>
    <dgm:pt modelId="{21A561EF-4D88-47A7-9EA9-2499FDEB2E56}" type="pres">
      <dgm:prSet presAssocID="{36515DAA-DE94-4D05-BF16-8D5E13CADE3A}" presName="hierRoot2" presStyleCnt="0">
        <dgm:presLayoutVars>
          <dgm:hierBranch val="init"/>
        </dgm:presLayoutVars>
      </dgm:prSet>
      <dgm:spPr/>
    </dgm:pt>
    <dgm:pt modelId="{141D79A9-BB86-41CC-9F45-8577E4C7CAA1}" type="pres">
      <dgm:prSet presAssocID="{36515DAA-DE94-4D05-BF16-8D5E13CADE3A}" presName="rootComposite2" presStyleCnt="0"/>
      <dgm:spPr/>
    </dgm:pt>
    <dgm:pt modelId="{73B7B76A-4FDA-4A6A-A669-6366E7C7D503}" type="pres">
      <dgm:prSet presAssocID="{36515DAA-DE94-4D05-BF16-8D5E13CADE3A}" presName="rootText2" presStyleLbl="alignAcc1" presStyleIdx="0" presStyleCnt="0">
        <dgm:presLayoutVars>
          <dgm:chPref val="3"/>
        </dgm:presLayoutVars>
      </dgm:prSet>
      <dgm:spPr/>
    </dgm:pt>
    <dgm:pt modelId="{2A31C1E1-03B1-4FC4-AFDB-875E7795AE04}" type="pres">
      <dgm:prSet presAssocID="{36515DAA-DE94-4D05-BF16-8D5E13CADE3A}" presName="topArc2" presStyleLbl="parChTrans1D1" presStyleIdx="14" presStyleCnt="30"/>
      <dgm:spPr/>
    </dgm:pt>
    <dgm:pt modelId="{5E0965C0-5AFB-434F-A3DB-D2F12A6378C9}" type="pres">
      <dgm:prSet presAssocID="{36515DAA-DE94-4D05-BF16-8D5E13CADE3A}" presName="bottomArc2" presStyleLbl="parChTrans1D1" presStyleIdx="15" presStyleCnt="30"/>
      <dgm:spPr/>
    </dgm:pt>
    <dgm:pt modelId="{1D8A1D2F-AF12-493E-9CA5-CA4703FA6E6E}" type="pres">
      <dgm:prSet presAssocID="{36515DAA-DE94-4D05-BF16-8D5E13CADE3A}" presName="topConnNode2" presStyleLbl="node4" presStyleIdx="0" presStyleCnt="0"/>
      <dgm:spPr/>
    </dgm:pt>
    <dgm:pt modelId="{6EF635A1-5683-44FE-83FC-1E6B3CECF7CF}" type="pres">
      <dgm:prSet presAssocID="{36515DAA-DE94-4D05-BF16-8D5E13CADE3A}" presName="hierChild4" presStyleCnt="0"/>
      <dgm:spPr/>
    </dgm:pt>
    <dgm:pt modelId="{86CE8250-BE47-4555-AC0B-F0156C6AF5FD}" type="pres">
      <dgm:prSet presAssocID="{36515DAA-DE94-4D05-BF16-8D5E13CADE3A}" presName="hierChild5" presStyleCnt="0"/>
      <dgm:spPr/>
    </dgm:pt>
    <dgm:pt modelId="{376657AB-CE40-46FC-963E-087499F91086}" type="pres">
      <dgm:prSet presAssocID="{D6D663EA-8C9E-4A6C-8696-EA6202B67EB8}" presName="hierChild5" presStyleCnt="0"/>
      <dgm:spPr/>
    </dgm:pt>
    <dgm:pt modelId="{C01B95F5-BEA7-46E7-BFB9-4A4A5F236D50}" type="pres">
      <dgm:prSet presAssocID="{6FD54DCC-0420-4B69-949E-C600DAC3EA80}" presName="hierChild5" presStyleCnt="0"/>
      <dgm:spPr/>
    </dgm:pt>
    <dgm:pt modelId="{D506726C-AA66-40C5-AF7C-E50BED765525}" type="pres">
      <dgm:prSet presAssocID="{48F43ED3-A177-4096-B556-EB782F87985E}" presName="Name28" presStyleLbl="parChTrans1D2" presStyleIdx="1" presStyleCnt="2"/>
      <dgm:spPr/>
    </dgm:pt>
    <dgm:pt modelId="{E4D9D197-E3B9-4757-8B58-6033B92BF270}" type="pres">
      <dgm:prSet presAssocID="{0C87090F-02B0-44D5-BD4B-E5AE0D1FA7F1}" presName="hierRoot2" presStyleCnt="0">
        <dgm:presLayoutVars>
          <dgm:hierBranch val="init"/>
        </dgm:presLayoutVars>
      </dgm:prSet>
      <dgm:spPr/>
    </dgm:pt>
    <dgm:pt modelId="{A3B514E7-5967-4BCC-92DF-53E5B1A03C88}" type="pres">
      <dgm:prSet presAssocID="{0C87090F-02B0-44D5-BD4B-E5AE0D1FA7F1}" presName="rootComposite2" presStyleCnt="0"/>
      <dgm:spPr/>
    </dgm:pt>
    <dgm:pt modelId="{31BC6EBC-9F13-4CC1-B3EF-F8743038C060}" type="pres">
      <dgm:prSet presAssocID="{0C87090F-02B0-44D5-BD4B-E5AE0D1FA7F1}" presName="rootText2" presStyleLbl="alignAcc1" presStyleIdx="0" presStyleCnt="0">
        <dgm:presLayoutVars>
          <dgm:chPref val="3"/>
        </dgm:presLayoutVars>
      </dgm:prSet>
      <dgm:spPr/>
    </dgm:pt>
    <dgm:pt modelId="{BC71956A-64CB-48F6-9FCF-9FA296A35025}" type="pres">
      <dgm:prSet presAssocID="{0C87090F-02B0-44D5-BD4B-E5AE0D1FA7F1}" presName="topArc2" presStyleLbl="parChTrans1D1" presStyleIdx="16" presStyleCnt="30"/>
      <dgm:spPr/>
    </dgm:pt>
    <dgm:pt modelId="{2F73DCFB-4613-45BE-BFCF-3699B10414DE}" type="pres">
      <dgm:prSet presAssocID="{0C87090F-02B0-44D5-BD4B-E5AE0D1FA7F1}" presName="bottomArc2" presStyleLbl="parChTrans1D1" presStyleIdx="17" presStyleCnt="30"/>
      <dgm:spPr/>
    </dgm:pt>
    <dgm:pt modelId="{F766ECC8-CCCC-4942-A38F-BD7C8E86F76D}" type="pres">
      <dgm:prSet presAssocID="{0C87090F-02B0-44D5-BD4B-E5AE0D1FA7F1}" presName="topConnNode2" presStyleLbl="node2" presStyleIdx="0" presStyleCnt="0"/>
      <dgm:spPr/>
    </dgm:pt>
    <dgm:pt modelId="{E3C1272B-E2A2-4640-BE9D-117A1EE09618}" type="pres">
      <dgm:prSet presAssocID="{0C87090F-02B0-44D5-BD4B-E5AE0D1FA7F1}" presName="hierChild4" presStyleCnt="0"/>
      <dgm:spPr/>
    </dgm:pt>
    <dgm:pt modelId="{732BB26F-C878-4950-A5F4-8AEA82859E1C}" type="pres">
      <dgm:prSet presAssocID="{0269C22A-A20B-4CCC-917A-8B311E437315}" presName="Name28" presStyleLbl="parChTrans1D3" presStyleIdx="2" presStyleCnt="4"/>
      <dgm:spPr/>
    </dgm:pt>
    <dgm:pt modelId="{0EBB6451-ED2B-4B68-9560-11BDA018B1A4}" type="pres">
      <dgm:prSet presAssocID="{A97D053E-A973-4364-B69E-A280008FFC90}" presName="hierRoot2" presStyleCnt="0">
        <dgm:presLayoutVars>
          <dgm:hierBranch val="init"/>
        </dgm:presLayoutVars>
      </dgm:prSet>
      <dgm:spPr/>
    </dgm:pt>
    <dgm:pt modelId="{A5C6BE2D-F16A-46FA-901B-B760A832C0CE}" type="pres">
      <dgm:prSet presAssocID="{A97D053E-A973-4364-B69E-A280008FFC90}" presName="rootComposite2" presStyleCnt="0"/>
      <dgm:spPr/>
    </dgm:pt>
    <dgm:pt modelId="{A8DFAC77-CA84-4709-A9F2-A25E7F5F4130}" type="pres">
      <dgm:prSet presAssocID="{A97D053E-A973-4364-B69E-A280008FFC90}" presName="rootText2" presStyleLbl="alignAcc1" presStyleIdx="0" presStyleCnt="0">
        <dgm:presLayoutVars>
          <dgm:chPref val="3"/>
        </dgm:presLayoutVars>
      </dgm:prSet>
      <dgm:spPr/>
    </dgm:pt>
    <dgm:pt modelId="{ABD7D83F-4881-4D8E-8D89-031D6D9AAB54}" type="pres">
      <dgm:prSet presAssocID="{A97D053E-A973-4364-B69E-A280008FFC90}" presName="topArc2" presStyleLbl="parChTrans1D1" presStyleIdx="18" presStyleCnt="30"/>
      <dgm:spPr/>
    </dgm:pt>
    <dgm:pt modelId="{E99928FC-2122-4D2F-BA4D-596B521E862D}" type="pres">
      <dgm:prSet presAssocID="{A97D053E-A973-4364-B69E-A280008FFC90}" presName="bottomArc2" presStyleLbl="parChTrans1D1" presStyleIdx="19" presStyleCnt="30"/>
      <dgm:spPr/>
    </dgm:pt>
    <dgm:pt modelId="{DFE4989C-051D-4001-9A99-F68F51B0256D}" type="pres">
      <dgm:prSet presAssocID="{A97D053E-A973-4364-B69E-A280008FFC90}" presName="topConnNode2" presStyleLbl="node3" presStyleIdx="0" presStyleCnt="0"/>
      <dgm:spPr/>
    </dgm:pt>
    <dgm:pt modelId="{EBB55048-4C90-481E-B3D5-4DE7811A7A13}" type="pres">
      <dgm:prSet presAssocID="{A97D053E-A973-4364-B69E-A280008FFC90}" presName="hierChild4" presStyleCnt="0"/>
      <dgm:spPr/>
    </dgm:pt>
    <dgm:pt modelId="{E22B1C43-60A7-4B67-A963-2784A4D2EF8D}" type="pres">
      <dgm:prSet presAssocID="{E61AFEE5-2004-43A9-AA62-07A1459E6FC5}" presName="Name28" presStyleLbl="parChTrans1D4" presStyleIdx="4" presStyleCnt="8"/>
      <dgm:spPr/>
    </dgm:pt>
    <dgm:pt modelId="{EB073F86-5380-4748-90B2-1B882947AC32}" type="pres">
      <dgm:prSet presAssocID="{BF1D701A-DD2D-4121-8BFA-FBE1FBF81F9E}" presName="hierRoot2" presStyleCnt="0">
        <dgm:presLayoutVars>
          <dgm:hierBranch val="init"/>
        </dgm:presLayoutVars>
      </dgm:prSet>
      <dgm:spPr/>
    </dgm:pt>
    <dgm:pt modelId="{83730C01-5873-493A-8EF8-949D58491A19}" type="pres">
      <dgm:prSet presAssocID="{BF1D701A-DD2D-4121-8BFA-FBE1FBF81F9E}" presName="rootComposite2" presStyleCnt="0"/>
      <dgm:spPr/>
    </dgm:pt>
    <dgm:pt modelId="{DB07D42D-6FD2-4645-BE24-2A4491405F6C}" type="pres">
      <dgm:prSet presAssocID="{BF1D701A-DD2D-4121-8BFA-FBE1FBF81F9E}" presName="rootText2" presStyleLbl="alignAcc1" presStyleIdx="0" presStyleCnt="0">
        <dgm:presLayoutVars>
          <dgm:chPref val="3"/>
        </dgm:presLayoutVars>
      </dgm:prSet>
      <dgm:spPr/>
    </dgm:pt>
    <dgm:pt modelId="{7A230229-B42E-4F02-AD35-1C2364030CBD}" type="pres">
      <dgm:prSet presAssocID="{BF1D701A-DD2D-4121-8BFA-FBE1FBF81F9E}" presName="topArc2" presStyleLbl="parChTrans1D1" presStyleIdx="20" presStyleCnt="30"/>
      <dgm:spPr/>
    </dgm:pt>
    <dgm:pt modelId="{71A1F77B-DD25-4147-B788-93DE9348E5EA}" type="pres">
      <dgm:prSet presAssocID="{BF1D701A-DD2D-4121-8BFA-FBE1FBF81F9E}" presName="bottomArc2" presStyleLbl="parChTrans1D1" presStyleIdx="21" presStyleCnt="30"/>
      <dgm:spPr/>
    </dgm:pt>
    <dgm:pt modelId="{036612C5-F882-44BF-A268-784625D9A631}" type="pres">
      <dgm:prSet presAssocID="{BF1D701A-DD2D-4121-8BFA-FBE1FBF81F9E}" presName="topConnNode2" presStyleLbl="node4" presStyleIdx="0" presStyleCnt="0"/>
      <dgm:spPr/>
    </dgm:pt>
    <dgm:pt modelId="{C4791C4A-7E70-4E1C-BB4F-E2CD0BB796E2}" type="pres">
      <dgm:prSet presAssocID="{BF1D701A-DD2D-4121-8BFA-FBE1FBF81F9E}" presName="hierChild4" presStyleCnt="0"/>
      <dgm:spPr/>
    </dgm:pt>
    <dgm:pt modelId="{73E0045E-EFA3-4CE2-B0CD-E6C02A7020FD}" type="pres">
      <dgm:prSet presAssocID="{BF1D701A-DD2D-4121-8BFA-FBE1FBF81F9E}" presName="hierChild5" presStyleCnt="0"/>
      <dgm:spPr/>
    </dgm:pt>
    <dgm:pt modelId="{07350196-3F3F-46F6-B567-86FD02674E07}" type="pres">
      <dgm:prSet presAssocID="{B3F39DDC-3510-46CA-8785-019129068DE0}" presName="Name28" presStyleLbl="parChTrans1D4" presStyleIdx="5" presStyleCnt="8"/>
      <dgm:spPr/>
    </dgm:pt>
    <dgm:pt modelId="{735057E7-4CDE-4C87-AE48-3776E1944024}" type="pres">
      <dgm:prSet presAssocID="{79000407-B618-4AA0-AE6F-351CCF19973C}" presName="hierRoot2" presStyleCnt="0">
        <dgm:presLayoutVars>
          <dgm:hierBranch val="init"/>
        </dgm:presLayoutVars>
      </dgm:prSet>
      <dgm:spPr/>
    </dgm:pt>
    <dgm:pt modelId="{4630F677-86A5-4E4A-91BC-666D7F423DC3}" type="pres">
      <dgm:prSet presAssocID="{79000407-B618-4AA0-AE6F-351CCF19973C}" presName="rootComposite2" presStyleCnt="0"/>
      <dgm:spPr/>
    </dgm:pt>
    <dgm:pt modelId="{F7906674-33BB-4784-A29C-7B1103B5F655}" type="pres">
      <dgm:prSet presAssocID="{79000407-B618-4AA0-AE6F-351CCF19973C}" presName="rootText2" presStyleLbl="alignAcc1" presStyleIdx="0" presStyleCnt="0">
        <dgm:presLayoutVars>
          <dgm:chPref val="3"/>
        </dgm:presLayoutVars>
      </dgm:prSet>
      <dgm:spPr/>
    </dgm:pt>
    <dgm:pt modelId="{455FB3B8-9283-4D9D-8372-135388230A74}" type="pres">
      <dgm:prSet presAssocID="{79000407-B618-4AA0-AE6F-351CCF19973C}" presName="topArc2" presStyleLbl="parChTrans1D1" presStyleIdx="22" presStyleCnt="30"/>
      <dgm:spPr/>
    </dgm:pt>
    <dgm:pt modelId="{5961FE97-7677-485D-BF27-88FA51A5FA04}" type="pres">
      <dgm:prSet presAssocID="{79000407-B618-4AA0-AE6F-351CCF19973C}" presName="bottomArc2" presStyleLbl="parChTrans1D1" presStyleIdx="23" presStyleCnt="30"/>
      <dgm:spPr/>
    </dgm:pt>
    <dgm:pt modelId="{888E0E42-C97F-46F9-934E-D672F16B9F12}" type="pres">
      <dgm:prSet presAssocID="{79000407-B618-4AA0-AE6F-351CCF19973C}" presName="topConnNode2" presStyleLbl="node4" presStyleIdx="0" presStyleCnt="0"/>
      <dgm:spPr/>
    </dgm:pt>
    <dgm:pt modelId="{ACEB81C8-0916-45AF-80F3-ABC37967FB45}" type="pres">
      <dgm:prSet presAssocID="{79000407-B618-4AA0-AE6F-351CCF19973C}" presName="hierChild4" presStyleCnt="0"/>
      <dgm:spPr/>
    </dgm:pt>
    <dgm:pt modelId="{DFCE4478-555B-440D-9299-26A0EF1C5B2C}" type="pres">
      <dgm:prSet presAssocID="{79000407-B618-4AA0-AE6F-351CCF19973C}" presName="hierChild5" presStyleCnt="0"/>
      <dgm:spPr/>
    </dgm:pt>
    <dgm:pt modelId="{18A39CD3-8A91-4DD9-AEEC-007BBB63B899}" type="pres">
      <dgm:prSet presAssocID="{A97D053E-A973-4364-B69E-A280008FFC90}" presName="hierChild5" presStyleCnt="0"/>
      <dgm:spPr/>
    </dgm:pt>
    <dgm:pt modelId="{C6810C1C-C8E8-4000-A812-407B53B997F6}" type="pres">
      <dgm:prSet presAssocID="{E3D22BD8-B8F5-4AEB-A8DD-53D6A1A29BAD}" presName="Name28" presStyleLbl="parChTrans1D3" presStyleIdx="3" presStyleCnt="4"/>
      <dgm:spPr/>
    </dgm:pt>
    <dgm:pt modelId="{C2722488-4061-4FB5-903B-95FC61FD688F}" type="pres">
      <dgm:prSet presAssocID="{991DD7BB-FD91-49EE-AAF5-140AB35E43F7}" presName="hierRoot2" presStyleCnt="0">
        <dgm:presLayoutVars>
          <dgm:hierBranch val="init"/>
        </dgm:presLayoutVars>
      </dgm:prSet>
      <dgm:spPr/>
    </dgm:pt>
    <dgm:pt modelId="{72E9F827-69CA-412B-92E1-E05887F67618}" type="pres">
      <dgm:prSet presAssocID="{991DD7BB-FD91-49EE-AAF5-140AB35E43F7}" presName="rootComposite2" presStyleCnt="0"/>
      <dgm:spPr/>
    </dgm:pt>
    <dgm:pt modelId="{3BAA9E28-6CB0-4371-B1D7-5019A586CA49}" type="pres">
      <dgm:prSet presAssocID="{991DD7BB-FD91-49EE-AAF5-140AB35E43F7}" presName="rootText2" presStyleLbl="alignAcc1" presStyleIdx="0" presStyleCnt="0">
        <dgm:presLayoutVars>
          <dgm:chPref val="3"/>
        </dgm:presLayoutVars>
      </dgm:prSet>
      <dgm:spPr/>
    </dgm:pt>
    <dgm:pt modelId="{49D893CE-4598-404D-9E43-FF3A4257B7C2}" type="pres">
      <dgm:prSet presAssocID="{991DD7BB-FD91-49EE-AAF5-140AB35E43F7}" presName="topArc2" presStyleLbl="parChTrans1D1" presStyleIdx="24" presStyleCnt="30"/>
      <dgm:spPr/>
    </dgm:pt>
    <dgm:pt modelId="{1D26CBF5-832D-402F-A843-0459DD4F83D8}" type="pres">
      <dgm:prSet presAssocID="{991DD7BB-FD91-49EE-AAF5-140AB35E43F7}" presName="bottomArc2" presStyleLbl="parChTrans1D1" presStyleIdx="25" presStyleCnt="30"/>
      <dgm:spPr/>
    </dgm:pt>
    <dgm:pt modelId="{AEA19D03-6090-48B9-8DB5-A314F305A7D6}" type="pres">
      <dgm:prSet presAssocID="{991DD7BB-FD91-49EE-AAF5-140AB35E43F7}" presName="topConnNode2" presStyleLbl="node3" presStyleIdx="0" presStyleCnt="0"/>
      <dgm:spPr/>
    </dgm:pt>
    <dgm:pt modelId="{5A119D5D-6100-4CB8-9B79-0BD2BEB5D3B8}" type="pres">
      <dgm:prSet presAssocID="{991DD7BB-FD91-49EE-AAF5-140AB35E43F7}" presName="hierChild4" presStyleCnt="0"/>
      <dgm:spPr/>
    </dgm:pt>
    <dgm:pt modelId="{707D8964-989E-4E70-B933-EB6FDED2A88C}" type="pres">
      <dgm:prSet presAssocID="{3B869A9C-B7D4-4C45-83F4-03ACDF260BAA}" presName="Name28" presStyleLbl="parChTrans1D4" presStyleIdx="6" presStyleCnt="8"/>
      <dgm:spPr/>
    </dgm:pt>
    <dgm:pt modelId="{522BDD3C-D781-4AE5-B89B-EEF5C63C29A4}" type="pres">
      <dgm:prSet presAssocID="{3E8CD513-115F-4B58-815D-06B1F22F397C}" presName="hierRoot2" presStyleCnt="0">
        <dgm:presLayoutVars>
          <dgm:hierBranch val="init"/>
        </dgm:presLayoutVars>
      </dgm:prSet>
      <dgm:spPr/>
    </dgm:pt>
    <dgm:pt modelId="{F0B4A213-E4C1-493F-89FF-72C7A14DDCAB}" type="pres">
      <dgm:prSet presAssocID="{3E8CD513-115F-4B58-815D-06B1F22F397C}" presName="rootComposite2" presStyleCnt="0"/>
      <dgm:spPr/>
    </dgm:pt>
    <dgm:pt modelId="{750907CB-AC12-4D5B-B2B9-07F993C45885}" type="pres">
      <dgm:prSet presAssocID="{3E8CD513-115F-4B58-815D-06B1F22F397C}" presName="rootText2" presStyleLbl="alignAcc1" presStyleIdx="0" presStyleCnt="0">
        <dgm:presLayoutVars>
          <dgm:chPref val="3"/>
        </dgm:presLayoutVars>
      </dgm:prSet>
      <dgm:spPr/>
    </dgm:pt>
    <dgm:pt modelId="{92622384-50F6-4738-9B98-CE96F6D6B14A}" type="pres">
      <dgm:prSet presAssocID="{3E8CD513-115F-4B58-815D-06B1F22F397C}" presName="topArc2" presStyleLbl="parChTrans1D1" presStyleIdx="26" presStyleCnt="30"/>
      <dgm:spPr/>
    </dgm:pt>
    <dgm:pt modelId="{8EAC22E1-F2CF-4F43-BA96-5FB357026784}" type="pres">
      <dgm:prSet presAssocID="{3E8CD513-115F-4B58-815D-06B1F22F397C}" presName="bottomArc2" presStyleLbl="parChTrans1D1" presStyleIdx="27" presStyleCnt="30"/>
      <dgm:spPr/>
    </dgm:pt>
    <dgm:pt modelId="{2E6F854A-17D4-4305-B800-6F3C26F4CA51}" type="pres">
      <dgm:prSet presAssocID="{3E8CD513-115F-4B58-815D-06B1F22F397C}" presName="topConnNode2" presStyleLbl="node4" presStyleIdx="0" presStyleCnt="0"/>
      <dgm:spPr/>
    </dgm:pt>
    <dgm:pt modelId="{6AEADA62-C2F2-4211-8D68-9538F1028A2D}" type="pres">
      <dgm:prSet presAssocID="{3E8CD513-115F-4B58-815D-06B1F22F397C}" presName="hierChild4" presStyleCnt="0"/>
      <dgm:spPr/>
    </dgm:pt>
    <dgm:pt modelId="{BA4DF47B-6F24-4702-B550-B5F24F580AFA}" type="pres">
      <dgm:prSet presAssocID="{3E8CD513-115F-4B58-815D-06B1F22F397C}" presName="hierChild5" presStyleCnt="0"/>
      <dgm:spPr/>
    </dgm:pt>
    <dgm:pt modelId="{5BB9718D-D180-4BAF-91D8-FAC03AC0BDA6}" type="pres">
      <dgm:prSet presAssocID="{D29892E2-A45E-4000-9CA5-664212285B28}" presName="Name28" presStyleLbl="parChTrans1D4" presStyleIdx="7" presStyleCnt="8"/>
      <dgm:spPr/>
    </dgm:pt>
    <dgm:pt modelId="{368675D0-0BFB-4852-A88C-AE095BC9FABB}" type="pres">
      <dgm:prSet presAssocID="{E9F65067-7ACB-40C2-B29C-E9D30340A5AE}" presName="hierRoot2" presStyleCnt="0">
        <dgm:presLayoutVars>
          <dgm:hierBranch val="init"/>
        </dgm:presLayoutVars>
      </dgm:prSet>
      <dgm:spPr/>
    </dgm:pt>
    <dgm:pt modelId="{9308E193-8CED-42F9-AEF8-65C438E65DC3}" type="pres">
      <dgm:prSet presAssocID="{E9F65067-7ACB-40C2-B29C-E9D30340A5AE}" presName="rootComposite2" presStyleCnt="0"/>
      <dgm:spPr/>
    </dgm:pt>
    <dgm:pt modelId="{8BF28DC1-F227-4BF5-8F8A-DAC93A175962}" type="pres">
      <dgm:prSet presAssocID="{E9F65067-7ACB-40C2-B29C-E9D30340A5AE}" presName="rootText2" presStyleLbl="alignAcc1" presStyleIdx="0" presStyleCnt="0">
        <dgm:presLayoutVars>
          <dgm:chPref val="3"/>
        </dgm:presLayoutVars>
      </dgm:prSet>
      <dgm:spPr/>
    </dgm:pt>
    <dgm:pt modelId="{F2E35161-0DD7-4492-8F7A-B77A1B8E6A16}" type="pres">
      <dgm:prSet presAssocID="{E9F65067-7ACB-40C2-B29C-E9D30340A5AE}" presName="topArc2" presStyleLbl="parChTrans1D1" presStyleIdx="28" presStyleCnt="30"/>
      <dgm:spPr/>
    </dgm:pt>
    <dgm:pt modelId="{C5F6DB6F-A9F4-4760-B06F-E7B0F17E0202}" type="pres">
      <dgm:prSet presAssocID="{E9F65067-7ACB-40C2-B29C-E9D30340A5AE}" presName="bottomArc2" presStyleLbl="parChTrans1D1" presStyleIdx="29" presStyleCnt="30"/>
      <dgm:spPr/>
    </dgm:pt>
    <dgm:pt modelId="{41D3685A-DC57-4E00-8387-9835751F55EC}" type="pres">
      <dgm:prSet presAssocID="{E9F65067-7ACB-40C2-B29C-E9D30340A5AE}" presName="topConnNode2" presStyleLbl="node4" presStyleIdx="0" presStyleCnt="0"/>
      <dgm:spPr/>
    </dgm:pt>
    <dgm:pt modelId="{756EBA3D-588A-48E9-B94B-7C3E704A663A}" type="pres">
      <dgm:prSet presAssocID="{E9F65067-7ACB-40C2-B29C-E9D30340A5AE}" presName="hierChild4" presStyleCnt="0"/>
      <dgm:spPr/>
    </dgm:pt>
    <dgm:pt modelId="{23954C27-744D-4C14-99FC-341CE4B5F4E1}" type="pres">
      <dgm:prSet presAssocID="{E9F65067-7ACB-40C2-B29C-E9D30340A5AE}" presName="hierChild5" presStyleCnt="0"/>
      <dgm:spPr/>
    </dgm:pt>
    <dgm:pt modelId="{B55F7A5A-563E-4719-A1DA-801998CC9CC2}" type="pres">
      <dgm:prSet presAssocID="{991DD7BB-FD91-49EE-AAF5-140AB35E43F7}" presName="hierChild5" presStyleCnt="0"/>
      <dgm:spPr/>
    </dgm:pt>
    <dgm:pt modelId="{3CBF7913-A99F-4F3E-8DBF-D81370073B4B}" type="pres">
      <dgm:prSet presAssocID="{0C87090F-02B0-44D5-BD4B-E5AE0D1FA7F1}" presName="hierChild5" presStyleCnt="0"/>
      <dgm:spPr/>
    </dgm:pt>
    <dgm:pt modelId="{55A97B2B-CF90-4150-AFE3-1DED31AC6D5A}" type="pres">
      <dgm:prSet presAssocID="{19599602-9E94-449B-AE02-46C30491E28C}" presName="hierChild3" presStyleCnt="0"/>
      <dgm:spPr/>
    </dgm:pt>
  </dgm:ptLst>
  <dgm:cxnLst>
    <dgm:cxn modelId="{BD432600-6147-433D-AFDC-F01A1F2F1936}" type="presOf" srcId="{3B869A9C-B7D4-4C45-83F4-03ACDF260BAA}" destId="{707D8964-989E-4E70-B933-EB6FDED2A88C}" srcOrd="0" destOrd="0" presId="urn:microsoft.com/office/officeart/2008/layout/HalfCircleOrganizationChart"/>
    <dgm:cxn modelId="{2ADC3802-3C86-41B8-B66D-47E4FCE68F4A}" type="presOf" srcId="{79000407-B618-4AA0-AE6F-351CCF19973C}" destId="{F7906674-33BB-4784-A29C-7B1103B5F655}" srcOrd="0" destOrd="0" presId="urn:microsoft.com/office/officeart/2008/layout/HalfCircleOrganizationChart"/>
    <dgm:cxn modelId="{EB889005-384A-468F-A438-BCA4BE21A4EE}" srcId="{6FD54DCC-0420-4B69-949E-C600DAC3EA80}" destId="{1A94D251-C1DF-49B7-B803-397CC4E374C8}" srcOrd="0" destOrd="0" parTransId="{83470605-D50B-47C5-85E0-6C97CC1DEF2D}" sibTransId="{4B83F8D2-E6F1-4C2F-B422-0FF1AFE48807}"/>
    <dgm:cxn modelId="{B6D7D907-9F9B-4387-BA45-BA243BCC87FC}" type="presOf" srcId="{6F5CF077-1342-46A1-93F1-68D7723F3F8C}" destId="{2FA0EDE2-C038-4247-A158-CFA54FDBA7D8}" srcOrd="0" destOrd="0" presId="urn:microsoft.com/office/officeart/2008/layout/HalfCircleOrganizationChart"/>
    <dgm:cxn modelId="{B5F59609-B9A4-4B39-A2E5-9CF3E003FFED}" type="presOf" srcId="{17B28C8D-4122-47D7-B7FB-F388CF6C3000}" destId="{51FD43AE-B652-4E29-970A-B221B80CBE54}" srcOrd="0" destOrd="0" presId="urn:microsoft.com/office/officeart/2008/layout/HalfCircleOrganizationChart"/>
    <dgm:cxn modelId="{47797910-2E83-4904-8AAD-9BDDC54DD4B2}" type="presOf" srcId="{9EFAFD96-3601-4F17-BB82-DBBBA6C512D5}" destId="{3C8A43EC-8BE7-45F0-A5FF-2970571C116C}" srcOrd="0" destOrd="0" presId="urn:microsoft.com/office/officeart/2008/layout/HalfCircleOrganizationChart"/>
    <dgm:cxn modelId="{431EB81B-5B08-48F9-8483-50DA58E6FA2B}" type="presOf" srcId="{19599602-9E94-449B-AE02-46C30491E28C}" destId="{0CACE8F8-12A4-4395-B7F4-15F79AA9B89F}" srcOrd="0" destOrd="0" presId="urn:microsoft.com/office/officeart/2008/layout/HalfCircleOrganizationChart"/>
    <dgm:cxn modelId="{779E6A1D-07A6-44AF-93EE-66607B9EEEE5}" type="presOf" srcId="{83470605-D50B-47C5-85E0-6C97CC1DEF2D}" destId="{05AA4A42-4E67-4DB8-BA79-C5E6605AA54D}" srcOrd="0" destOrd="0" presId="urn:microsoft.com/office/officeart/2008/layout/HalfCircleOrganizationChart"/>
    <dgm:cxn modelId="{3FDB5A23-E4BF-4CB0-8BAD-114B3A89464E}" type="presOf" srcId="{3E8CD513-115F-4B58-815D-06B1F22F397C}" destId="{750907CB-AC12-4D5B-B2B9-07F993C45885}" srcOrd="0" destOrd="0" presId="urn:microsoft.com/office/officeart/2008/layout/HalfCircleOrganizationChart"/>
    <dgm:cxn modelId="{F31D9927-653A-4ABE-BFDC-3D9C22B172A9}" type="presOf" srcId="{B3F39DDC-3510-46CA-8785-019129068DE0}" destId="{07350196-3F3F-46F6-B567-86FD02674E07}" srcOrd="0" destOrd="0" presId="urn:microsoft.com/office/officeart/2008/layout/HalfCircleOrganizationChart"/>
    <dgm:cxn modelId="{6AD0832E-D0E5-4DFA-A2C1-539A1049A92A}" srcId="{6FD54DCC-0420-4B69-949E-C600DAC3EA80}" destId="{D6D663EA-8C9E-4A6C-8696-EA6202B67EB8}" srcOrd="1" destOrd="0" parTransId="{C618F4B1-D56C-40B0-A9BB-A1AC22AA90C0}" sibTransId="{350208D2-B2AB-46F5-A396-E4E2016A900E}"/>
    <dgm:cxn modelId="{06C05031-CC2B-43C8-8D83-6BE882BBEE11}" srcId="{0C87090F-02B0-44D5-BD4B-E5AE0D1FA7F1}" destId="{A97D053E-A973-4364-B69E-A280008FFC90}" srcOrd="0" destOrd="0" parTransId="{0269C22A-A20B-4CCC-917A-8B311E437315}" sibTransId="{243C102C-DAA2-4245-A1D1-9E6A71F7AB05}"/>
    <dgm:cxn modelId="{125EBF3B-CE5C-4EA2-A46E-63BAD494E93C}" type="presOf" srcId="{D05EA4EE-52C7-4A7F-9A69-CD36D787717D}" destId="{D20CC9FF-81BA-4BB9-8106-BF6125FD3730}" srcOrd="0" destOrd="0" presId="urn:microsoft.com/office/officeart/2008/layout/HalfCircleOrganizationChart"/>
    <dgm:cxn modelId="{2B80D23B-5A2B-4D63-AF88-2D04D8D865AC}" srcId="{0C87090F-02B0-44D5-BD4B-E5AE0D1FA7F1}" destId="{991DD7BB-FD91-49EE-AAF5-140AB35E43F7}" srcOrd="1" destOrd="0" parTransId="{E3D22BD8-B8F5-4AEB-A8DD-53D6A1A29BAD}" sibTransId="{8C5DE38B-5BD6-4776-8A20-AEE9D7B23E51}"/>
    <dgm:cxn modelId="{24F9315C-016B-4126-8D5B-209EBB684617}" type="presOf" srcId="{6FD54DCC-0420-4B69-949E-C600DAC3EA80}" destId="{43CEF602-64B8-4197-8172-7EA0F8E7FC8D}" srcOrd="0" destOrd="0" presId="urn:microsoft.com/office/officeart/2008/layout/HalfCircleOrganizationChart"/>
    <dgm:cxn modelId="{D25CDD62-2413-4443-B477-7A362D4E9E2C}" type="presOf" srcId="{BF1D701A-DD2D-4121-8BFA-FBE1FBF81F9E}" destId="{036612C5-F882-44BF-A268-784625D9A631}" srcOrd="1" destOrd="0" presId="urn:microsoft.com/office/officeart/2008/layout/HalfCircleOrganizationChart"/>
    <dgm:cxn modelId="{49B17D65-6E5E-48F0-B40D-53AEA94A5346}" srcId="{D6D663EA-8C9E-4A6C-8696-EA6202B67EB8}" destId="{A42DED5E-3919-412A-8377-DE6122E1AD30}" srcOrd="0" destOrd="0" parTransId="{D05EA4EE-52C7-4A7F-9A69-CD36D787717D}" sibTransId="{4503E061-C76A-43D4-9951-E6976365CBEB}"/>
    <dgm:cxn modelId="{06684567-3B55-4758-89F3-E2D11CF50A2A}" srcId="{A97D053E-A973-4364-B69E-A280008FFC90}" destId="{79000407-B618-4AA0-AE6F-351CCF19973C}" srcOrd="1" destOrd="0" parTransId="{B3F39DDC-3510-46CA-8785-019129068DE0}" sibTransId="{DB5A3344-0E8D-4A20-9A88-3BA2A121512E}"/>
    <dgm:cxn modelId="{8AA6B748-825F-443E-AADE-C7257D2EF266}" type="presOf" srcId="{6FD54DCC-0420-4B69-949E-C600DAC3EA80}" destId="{4EDDE334-BE34-445B-B5DD-FE32E273E9E4}" srcOrd="1" destOrd="0" presId="urn:microsoft.com/office/officeart/2008/layout/HalfCircleOrganizationChart"/>
    <dgm:cxn modelId="{1F4AC26E-429B-420F-B35E-D223BDB9B8BB}" type="presOf" srcId="{A97D053E-A973-4364-B69E-A280008FFC90}" destId="{A8DFAC77-CA84-4709-A9F2-A25E7F5F4130}" srcOrd="0" destOrd="0" presId="urn:microsoft.com/office/officeart/2008/layout/HalfCircleOrganizationChart"/>
    <dgm:cxn modelId="{ADDF0B70-FDF7-4F0D-9EDB-5AF5A23B909F}" type="presOf" srcId="{19599602-9E94-449B-AE02-46C30491E28C}" destId="{CD9DD20A-1C0A-4038-A818-BC8F5397FDD0}" srcOrd="1" destOrd="0" presId="urn:microsoft.com/office/officeart/2008/layout/HalfCircleOrganizationChart"/>
    <dgm:cxn modelId="{93D85351-52E3-4937-9114-FE910CF23D84}" type="presOf" srcId="{D6D663EA-8C9E-4A6C-8696-EA6202B67EB8}" destId="{FC8028A1-1C4F-481D-A140-8D82CFE85080}" srcOrd="0" destOrd="0" presId="urn:microsoft.com/office/officeart/2008/layout/HalfCircleOrganizationChart"/>
    <dgm:cxn modelId="{41822F73-0EF9-4D9B-AEEF-341FBB90B62C}" type="presOf" srcId="{A42DED5E-3919-412A-8377-DE6122E1AD30}" destId="{A1CE3BD4-93EB-4D9B-A5AF-88A37249DC2E}" srcOrd="1" destOrd="0" presId="urn:microsoft.com/office/officeart/2008/layout/HalfCircleOrganizationChart"/>
    <dgm:cxn modelId="{598DFC76-1604-40F9-99CC-E8DE09134DAC}" type="presOf" srcId="{991DD7BB-FD91-49EE-AAF5-140AB35E43F7}" destId="{3BAA9E28-6CB0-4371-B1D7-5019A586CA49}" srcOrd="0" destOrd="0" presId="urn:microsoft.com/office/officeart/2008/layout/HalfCircleOrganizationChart"/>
    <dgm:cxn modelId="{2723F280-97F0-4B40-A9A8-591204B2365C}" type="presOf" srcId="{BF1D701A-DD2D-4121-8BFA-FBE1FBF81F9E}" destId="{DB07D42D-6FD2-4645-BE24-2A4491405F6C}" srcOrd="0" destOrd="0" presId="urn:microsoft.com/office/officeart/2008/layout/HalfCircleOrganizationChart"/>
    <dgm:cxn modelId="{62172282-D3C0-4DDF-82B9-931059B2CC71}" type="presOf" srcId="{1A94D251-C1DF-49B7-B803-397CC4E374C8}" destId="{5F71FF08-290D-43BC-8797-723C48952979}" srcOrd="1" destOrd="0" presId="urn:microsoft.com/office/officeart/2008/layout/HalfCircleOrganizationChart"/>
    <dgm:cxn modelId="{6C8F0C8A-8211-45EB-A4C1-4587677581C6}" type="presOf" srcId="{D6D663EA-8C9E-4A6C-8696-EA6202B67EB8}" destId="{37748CC3-E5AD-48A0-BE81-C5004DED894E}" srcOrd="1" destOrd="0" presId="urn:microsoft.com/office/officeart/2008/layout/HalfCircleOrganizationChart"/>
    <dgm:cxn modelId="{800D518E-2BA1-4B1B-94B7-7217956F3326}" type="presOf" srcId="{046AD741-59DE-4633-A525-7FE00DBEB49B}" destId="{DBAFB44D-FE38-42C5-8336-8ACBA5005AF5}" srcOrd="0" destOrd="0" presId="urn:microsoft.com/office/officeart/2008/layout/HalfCircleOrganizationChart"/>
    <dgm:cxn modelId="{30E0B992-157A-405B-8572-770CFD4D21A1}" srcId="{19599602-9E94-449B-AE02-46C30491E28C}" destId="{0C87090F-02B0-44D5-BD4B-E5AE0D1FA7F1}" srcOrd="1" destOrd="0" parTransId="{48F43ED3-A177-4096-B556-EB782F87985E}" sibTransId="{24E0BA02-AFC8-4BBC-85FF-8CECFE2FDD5C}"/>
    <dgm:cxn modelId="{5B467295-79FE-4834-AEAB-08C6A50F7865}" type="presOf" srcId="{15779972-6EB7-4A17-A8F4-C736B5F0CED0}" destId="{A2E9C3D7-1CFD-484C-80CB-B939465E74A5}" srcOrd="0" destOrd="0" presId="urn:microsoft.com/office/officeart/2008/layout/HalfCircleOrganizationChart"/>
    <dgm:cxn modelId="{22127F95-3520-4798-BE99-69B42014FA83}" srcId="{1A94D251-C1DF-49B7-B803-397CC4E374C8}" destId="{046AD741-59DE-4633-A525-7FE00DBEB49B}" srcOrd="1" destOrd="0" parTransId="{38E04EEA-C159-4C5C-9FBC-5AD5689D40A4}" sibTransId="{C65822A1-9505-4ED1-92ED-8ECF3EEE4A98}"/>
    <dgm:cxn modelId="{F462F795-62B8-4338-AC64-3C6EA0EA490F}" type="presOf" srcId="{C618F4B1-D56C-40B0-A9BB-A1AC22AA90C0}" destId="{FF949335-EF86-4C3F-84CD-5BB53B656E9A}" srcOrd="0" destOrd="0" presId="urn:microsoft.com/office/officeart/2008/layout/HalfCircleOrganizationChart"/>
    <dgm:cxn modelId="{D19BC09D-5525-4767-AAA8-5E1CFD2C0D21}" type="presOf" srcId="{1A94D251-C1DF-49B7-B803-397CC4E374C8}" destId="{9076C0E7-FE12-4928-B124-09C31700E28E}" srcOrd="0" destOrd="0" presId="urn:microsoft.com/office/officeart/2008/layout/HalfCircleOrganizationChart"/>
    <dgm:cxn modelId="{AE234F9F-E164-4322-BD9F-21943879CE2D}" type="presOf" srcId="{E61AFEE5-2004-43A9-AA62-07A1459E6FC5}" destId="{E22B1C43-60A7-4B67-A963-2784A4D2EF8D}" srcOrd="0" destOrd="0" presId="urn:microsoft.com/office/officeart/2008/layout/HalfCircleOrganizationChart"/>
    <dgm:cxn modelId="{57BA49A5-970F-4C56-97FD-1793BA151951}" srcId="{991DD7BB-FD91-49EE-AAF5-140AB35E43F7}" destId="{3E8CD513-115F-4B58-815D-06B1F22F397C}" srcOrd="0" destOrd="0" parTransId="{3B869A9C-B7D4-4C45-83F4-03ACDF260BAA}" sibTransId="{EC3168F8-C366-430E-B611-B7728C52D74E}"/>
    <dgm:cxn modelId="{A29DB3A6-C3B3-4EC7-B4CF-DE0F8925C6BC}" type="presOf" srcId="{046AD741-59DE-4633-A525-7FE00DBEB49B}" destId="{F2F9187C-F96B-4812-A6D6-0383A6D1C47E}" srcOrd="1" destOrd="0" presId="urn:microsoft.com/office/officeart/2008/layout/HalfCircleOrganizationChart"/>
    <dgm:cxn modelId="{1D8E9BAD-ED28-425E-8B7C-19463BB8EE42}" type="presOf" srcId="{0269C22A-A20B-4CCC-917A-8B311E437315}" destId="{732BB26F-C878-4950-A5F4-8AEA82859E1C}" srcOrd="0" destOrd="0" presId="urn:microsoft.com/office/officeart/2008/layout/HalfCircleOrganizationChart"/>
    <dgm:cxn modelId="{7A02F5AF-F9F5-4778-A66E-DE024A3A34D9}" srcId="{9EFAFD96-3601-4F17-BB82-DBBBA6C512D5}" destId="{19599602-9E94-449B-AE02-46C30491E28C}" srcOrd="0" destOrd="0" parTransId="{FF371F54-3EAD-4229-B33D-30FA8E522AE4}" sibTransId="{2A88706E-F8B3-4E84-B216-AB828E178267}"/>
    <dgm:cxn modelId="{A8F08CB0-04E9-4216-8D81-9B404126682E}" type="presOf" srcId="{D29892E2-A45E-4000-9CA5-664212285B28}" destId="{5BB9718D-D180-4BAF-91D8-FAC03AC0BDA6}" srcOrd="0" destOrd="0" presId="urn:microsoft.com/office/officeart/2008/layout/HalfCircleOrganizationChart"/>
    <dgm:cxn modelId="{B82F93B4-F482-48C3-A158-129B9DB974D0}" type="presOf" srcId="{0C87090F-02B0-44D5-BD4B-E5AE0D1FA7F1}" destId="{F766ECC8-CCCC-4942-A38F-BD7C8E86F76D}" srcOrd="1" destOrd="0" presId="urn:microsoft.com/office/officeart/2008/layout/HalfCircleOrganizationChart"/>
    <dgm:cxn modelId="{C5E34DB5-7A7C-421A-B05B-6BAF9C57C1FE}" type="presOf" srcId="{79000407-B618-4AA0-AE6F-351CCF19973C}" destId="{888E0E42-C97F-46F9-934E-D672F16B9F12}" srcOrd="1" destOrd="0" presId="urn:microsoft.com/office/officeart/2008/layout/HalfCircleOrganizationChart"/>
    <dgm:cxn modelId="{D2CCBFB5-DD17-44D7-B671-8DE17EB1081D}" type="presOf" srcId="{38E04EEA-C159-4C5C-9FBC-5AD5689D40A4}" destId="{EEEAB8B4-B389-4993-BB6F-08A96E526912}" srcOrd="0" destOrd="0" presId="urn:microsoft.com/office/officeart/2008/layout/HalfCircleOrganizationChart"/>
    <dgm:cxn modelId="{F9B89EB8-E36C-4AF7-BB04-197EC3A06EB0}" type="presOf" srcId="{36515DAA-DE94-4D05-BF16-8D5E13CADE3A}" destId="{73B7B76A-4FDA-4A6A-A669-6366E7C7D503}" srcOrd="0" destOrd="0" presId="urn:microsoft.com/office/officeart/2008/layout/HalfCircleOrganizationChart"/>
    <dgm:cxn modelId="{C809E6BC-D5FD-4501-AB04-56A3855598CE}" type="presOf" srcId="{17B28C8D-4122-47D7-B7FB-F388CF6C3000}" destId="{3688FA94-6F7B-4904-ADF7-AF3F2114FE73}" srcOrd="1" destOrd="0" presId="urn:microsoft.com/office/officeart/2008/layout/HalfCircleOrganizationChart"/>
    <dgm:cxn modelId="{4D5DD2BF-1263-4539-9004-6374209ABF94}" type="presOf" srcId="{36515DAA-DE94-4D05-BF16-8D5E13CADE3A}" destId="{1D8A1D2F-AF12-493E-9CA5-CA4703FA6E6E}" srcOrd="1" destOrd="0" presId="urn:microsoft.com/office/officeart/2008/layout/HalfCircleOrganizationChart"/>
    <dgm:cxn modelId="{5BA78EC0-B0C0-4288-8645-7720E9FA69ED}" type="presOf" srcId="{48F43ED3-A177-4096-B556-EB782F87985E}" destId="{D506726C-AA66-40C5-AF7C-E50BED765525}" srcOrd="0" destOrd="0" presId="urn:microsoft.com/office/officeart/2008/layout/HalfCircleOrganizationChart"/>
    <dgm:cxn modelId="{AB33C4C5-97FA-4B43-8014-6270AA2B835E}" type="presOf" srcId="{0C87090F-02B0-44D5-BD4B-E5AE0D1FA7F1}" destId="{31BC6EBC-9F13-4CC1-B3EF-F8743038C060}" srcOrd="0" destOrd="0" presId="urn:microsoft.com/office/officeart/2008/layout/HalfCircleOrganizationChart"/>
    <dgm:cxn modelId="{801C22C7-1C0F-44EF-839E-A030B3D15017}" srcId="{A97D053E-A973-4364-B69E-A280008FFC90}" destId="{BF1D701A-DD2D-4121-8BFA-FBE1FBF81F9E}" srcOrd="0" destOrd="0" parTransId="{E61AFEE5-2004-43A9-AA62-07A1459E6FC5}" sibTransId="{B0000C6F-B2A3-4526-8C16-C73AEA735EAF}"/>
    <dgm:cxn modelId="{2BBFE0CB-7EA9-4048-B997-094B4E858D3D}" srcId="{D6D663EA-8C9E-4A6C-8696-EA6202B67EB8}" destId="{36515DAA-DE94-4D05-BF16-8D5E13CADE3A}" srcOrd="1" destOrd="0" parTransId="{15779972-6EB7-4A17-A8F4-C736B5F0CED0}" sibTransId="{D6A2C69D-961B-4FA1-8F05-385D9A2E46C1}"/>
    <dgm:cxn modelId="{1CEBBBCE-A789-4745-947D-9861B5AF62B8}" srcId="{1A94D251-C1DF-49B7-B803-397CC4E374C8}" destId="{17B28C8D-4122-47D7-B7FB-F388CF6C3000}" srcOrd="0" destOrd="0" parTransId="{542C2CD9-2A21-4722-8528-5FB4B05AB731}" sibTransId="{37B8B82F-495B-4449-AB18-F894FFA1EC4F}"/>
    <dgm:cxn modelId="{6877CECE-3607-43EB-9EAF-6D3A05E2C75B}" type="presOf" srcId="{542C2CD9-2A21-4722-8528-5FB4B05AB731}" destId="{E0C95563-0D47-49A8-B88F-25D30F59F738}" srcOrd="0" destOrd="0" presId="urn:microsoft.com/office/officeart/2008/layout/HalfCircleOrganizationChart"/>
    <dgm:cxn modelId="{E1BE68E4-E45E-4578-8152-36866F05B97D}" type="presOf" srcId="{E9F65067-7ACB-40C2-B29C-E9D30340A5AE}" destId="{8BF28DC1-F227-4BF5-8F8A-DAC93A175962}" srcOrd="0" destOrd="0" presId="urn:microsoft.com/office/officeart/2008/layout/HalfCircleOrganizationChart"/>
    <dgm:cxn modelId="{8FEBBCE4-F2CA-4943-878F-60DF5D1F3BDE}" type="presOf" srcId="{991DD7BB-FD91-49EE-AAF5-140AB35E43F7}" destId="{AEA19D03-6090-48B9-8DB5-A314F305A7D6}" srcOrd="1" destOrd="0" presId="urn:microsoft.com/office/officeart/2008/layout/HalfCircleOrganizationChart"/>
    <dgm:cxn modelId="{2B754EE7-3BDF-4B4F-AC0A-7EE36FAA095D}" srcId="{991DD7BB-FD91-49EE-AAF5-140AB35E43F7}" destId="{E9F65067-7ACB-40C2-B29C-E9D30340A5AE}" srcOrd="1" destOrd="0" parTransId="{D29892E2-A45E-4000-9CA5-664212285B28}" sibTransId="{1AD94586-FEB5-47C2-8565-F409B3018C3F}"/>
    <dgm:cxn modelId="{A9A39EE7-F441-4563-AFFD-666EC4C4FD54}" srcId="{19599602-9E94-449B-AE02-46C30491E28C}" destId="{6FD54DCC-0420-4B69-949E-C600DAC3EA80}" srcOrd="0" destOrd="0" parTransId="{6F5CF077-1342-46A1-93F1-68D7723F3F8C}" sibTransId="{CE57F18C-7754-4245-BB8D-0DDD9139AB8E}"/>
    <dgm:cxn modelId="{447A51F3-D16F-4030-B61F-CA4240889AC6}" type="presOf" srcId="{E9F65067-7ACB-40C2-B29C-E9D30340A5AE}" destId="{41D3685A-DC57-4E00-8387-9835751F55EC}" srcOrd="1" destOrd="0" presId="urn:microsoft.com/office/officeart/2008/layout/HalfCircleOrganizationChart"/>
    <dgm:cxn modelId="{4DDF00F6-BEA1-432F-8A0B-051FCAE117CC}" type="presOf" srcId="{3E8CD513-115F-4B58-815D-06B1F22F397C}" destId="{2E6F854A-17D4-4305-B800-6F3C26F4CA51}" srcOrd="1" destOrd="0" presId="urn:microsoft.com/office/officeart/2008/layout/HalfCircleOrganizationChart"/>
    <dgm:cxn modelId="{8A9AFFFE-560E-4878-B74D-22646A0DEFCB}" type="presOf" srcId="{A97D053E-A973-4364-B69E-A280008FFC90}" destId="{DFE4989C-051D-4001-9A99-F68F51B0256D}" srcOrd="1" destOrd="0" presId="urn:microsoft.com/office/officeart/2008/layout/HalfCircleOrganizationChart"/>
    <dgm:cxn modelId="{C5A720FF-D736-4A5F-83A5-091AE9AB91AF}" type="presOf" srcId="{E3D22BD8-B8F5-4AEB-A8DD-53D6A1A29BAD}" destId="{C6810C1C-C8E8-4000-A812-407B53B997F6}" srcOrd="0" destOrd="0" presId="urn:microsoft.com/office/officeart/2008/layout/HalfCircleOrganizationChart"/>
    <dgm:cxn modelId="{AB0932FF-0934-48CB-A0FE-ED8928DD7BAF}" type="presOf" srcId="{A42DED5E-3919-412A-8377-DE6122E1AD30}" destId="{7C856A6F-2114-46B4-AC71-0E5C151F1FA4}" srcOrd="0" destOrd="0" presId="urn:microsoft.com/office/officeart/2008/layout/HalfCircleOrganizationChart"/>
    <dgm:cxn modelId="{4D76A96F-1C89-409B-9A43-6AC0266A0E18}" type="presParOf" srcId="{3C8A43EC-8BE7-45F0-A5FF-2970571C116C}" destId="{8E173872-BF83-4E38-A1C4-BD2163DC4629}" srcOrd="0" destOrd="0" presId="urn:microsoft.com/office/officeart/2008/layout/HalfCircleOrganizationChart"/>
    <dgm:cxn modelId="{46B26499-B63E-4A78-9229-5A11DB665550}" type="presParOf" srcId="{8E173872-BF83-4E38-A1C4-BD2163DC4629}" destId="{4C283ABA-7655-4E4A-8A77-88E9DCEACCA1}" srcOrd="0" destOrd="0" presId="urn:microsoft.com/office/officeart/2008/layout/HalfCircleOrganizationChart"/>
    <dgm:cxn modelId="{70D98B4F-C36B-4E6D-868A-D5399FD7B1DE}" type="presParOf" srcId="{4C283ABA-7655-4E4A-8A77-88E9DCEACCA1}" destId="{0CACE8F8-12A4-4395-B7F4-15F79AA9B89F}" srcOrd="0" destOrd="0" presId="urn:microsoft.com/office/officeart/2008/layout/HalfCircleOrganizationChart"/>
    <dgm:cxn modelId="{F74A2D72-C7D3-41A4-9B47-3B9101701B37}" type="presParOf" srcId="{4C283ABA-7655-4E4A-8A77-88E9DCEACCA1}" destId="{1F43241A-A75E-4CAC-A52F-69619046424D}" srcOrd="1" destOrd="0" presId="urn:microsoft.com/office/officeart/2008/layout/HalfCircleOrganizationChart"/>
    <dgm:cxn modelId="{00FF01BF-52E5-4E26-91B5-223CACEB6233}" type="presParOf" srcId="{4C283ABA-7655-4E4A-8A77-88E9DCEACCA1}" destId="{EBBADE81-EE53-4E8F-9DC6-AF9A34B04556}" srcOrd="2" destOrd="0" presId="urn:microsoft.com/office/officeart/2008/layout/HalfCircleOrganizationChart"/>
    <dgm:cxn modelId="{73589AFE-09B2-439E-AE31-1A89869B8E3A}" type="presParOf" srcId="{4C283ABA-7655-4E4A-8A77-88E9DCEACCA1}" destId="{CD9DD20A-1C0A-4038-A818-BC8F5397FDD0}" srcOrd="3" destOrd="0" presId="urn:microsoft.com/office/officeart/2008/layout/HalfCircleOrganizationChart"/>
    <dgm:cxn modelId="{8E2CBCD7-92B9-41F6-808E-45A37700A941}" type="presParOf" srcId="{8E173872-BF83-4E38-A1C4-BD2163DC4629}" destId="{B45143F2-2FC1-49E2-96F6-B011DE9F5362}" srcOrd="1" destOrd="0" presId="urn:microsoft.com/office/officeart/2008/layout/HalfCircleOrganizationChart"/>
    <dgm:cxn modelId="{87312290-6617-42D3-A573-34398A855351}" type="presParOf" srcId="{B45143F2-2FC1-49E2-96F6-B011DE9F5362}" destId="{2FA0EDE2-C038-4247-A158-CFA54FDBA7D8}" srcOrd="0" destOrd="0" presId="urn:microsoft.com/office/officeart/2008/layout/HalfCircleOrganizationChart"/>
    <dgm:cxn modelId="{32DA663F-D9BC-4823-A255-E99D2A1DDAC0}" type="presParOf" srcId="{B45143F2-2FC1-49E2-96F6-B011DE9F5362}" destId="{2BAEBFF3-FBEC-4B0A-A6F4-DC43ECA4EBE3}" srcOrd="1" destOrd="0" presId="urn:microsoft.com/office/officeart/2008/layout/HalfCircleOrganizationChart"/>
    <dgm:cxn modelId="{54C55967-01BA-4619-A01C-8D69E6E8490A}" type="presParOf" srcId="{2BAEBFF3-FBEC-4B0A-A6F4-DC43ECA4EBE3}" destId="{385B6813-F176-4F5C-BF0C-57A445FB5972}" srcOrd="0" destOrd="0" presId="urn:microsoft.com/office/officeart/2008/layout/HalfCircleOrganizationChart"/>
    <dgm:cxn modelId="{B6C733F6-AC79-4E78-A0F3-72AD458AABA5}" type="presParOf" srcId="{385B6813-F176-4F5C-BF0C-57A445FB5972}" destId="{43CEF602-64B8-4197-8172-7EA0F8E7FC8D}" srcOrd="0" destOrd="0" presId="urn:microsoft.com/office/officeart/2008/layout/HalfCircleOrganizationChart"/>
    <dgm:cxn modelId="{59EA305E-986C-4B1C-8237-AAB824913299}" type="presParOf" srcId="{385B6813-F176-4F5C-BF0C-57A445FB5972}" destId="{02CDFC24-61AA-4349-8FC6-18F4500F518D}" srcOrd="1" destOrd="0" presId="urn:microsoft.com/office/officeart/2008/layout/HalfCircleOrganizationChart"/>
    <dgm:cxn modelId="{65676042-8192-4E20-A785-EEF6E795372A}" type="presParOf" srcId="{385B6813-F176-4F5C-BF0C-57A445FB5972}" destId="{38CCC689-F664-4DDB-A973-77B1836B91A3}" srcOrd="2" destOrd="0" presId="urn:microsoft.com/office/officeart/2008/layout/HalfCircleOrganizationChart"/>
    <dgm:cxn modelId="{D36AB6F0-DCDC-4B8E-AE9E-DD3C241CF6FB}" type="presParOf" srcId="{385B6813-F176-4F5C-BF0C-57A445FB5972}" destId="{4EDDE334-BE34-445B-B5DD-FE32E273E9E4}" srcOrd="3" destOrd="0" presId="urn:microsoft.com/office/officeart/2008/layout/HalfCircleOrganizationChart"/>
    <dgm:cxn modelId="{13A76979-3116-45B2-834E-2BADE8B773B2}" type="presParOf" srcId="{2BAEBFF3-FBEC-4B0A-A6F4-DC43ECA4EBE3}" destId="{E96459EE-06D2-49E8-9B7F-57AF544B2809}" srcOrd="1" destOrd="0" presId="urn:microsoft.com/office/officeart/2008/layout/HalfCircleOrganizationChart"/>
    <dgm:cxn modelId="{AE85798A-18D7-4F7E-9AC3-9D33E3253844}" type="presParOf" srcId="{E96459EE-06D2-49E8-9B7F-57AF544B2809}" destId="{05AA4A42-4E67-4DB8-BA79-C5E6605AA54D}" srcOrd="0" destOrd="0" presId="urn:microsoft.com/office/officeart/2008/layout/HalfCircleOrganizationChart"/>
    <dgm:cxn modelId="{13305687-0947-4196-B75C-E68CFB144975}" type="presParOf" srcId="{E96459EE-06D2-49E8-9B7F-57AF544B2809}" destId="{4AEC2381-BBA6-4E02-9D64-99E253E452A1}" srcOrd="1" destOrd="0" presId="urn:microsoft.com/office/officeart/2008/layout/HalfCircleOrganizationChart"/>
    <dgm:cxn modelId="{6A76E731-F41B-4167-88DA-8DA7678A3837}" type="presParOf" srcId="{4AEC2381-BBA6-4E02-9D64-99E253E452A1}" destId="{94AC2E1D-1C63-426E-B748-5766A6670446}" srcOrd="0" destOrd="0" presId="urn:microsoft.com/office/officeart/2008/layout/HalfCircleOrganizationChart"/>
    <dgm:cxn modelId="{B0F35F60-D4A2-4259-A292-ADD3EC35B096}" type="presParOf" srcId="{94AC2E1D-1C63-426E-B748-5766A6670446}" destId="{9076C0E7-FE12-4928-B124-09C31700E28E}" srcOrd="0" destOrd="0" presId="urn:microsoft.com/office/officeart/2008/layout/HalfCircleOrganizationChart"/>
    <dgm:cxn modelId="{F102B2C9-20F4-4FC9-AEC7-292880C9A0CC}" type="presParOf" srcId="{94AC2E1D-1C63-426E-B748-5766A6670446}" destId="{CF2A05A4-E5B6-49B7-BEF5-C35C870ACC47}" srcOrd="1" destOrd="0" presId="urn:microsoft.com/office/officeart/2008/layout/HalfCircleOrganizationChart"/>
    <dgm:cxn modelId="{7CFF77E6-7BA3-4225-BFCB-765F8629EF10}" type="presParOf" srcId="{94AC2E1D-1C63-426E-B748-5766A6670446}" destId="{C80453DB-24AA-46A4-860F-D7EBB5157B2A}" srcOrd="2" destOrd="0" presId="urn:microsoft.com/office/officeart/2008/layout/HalfCircleOrganizationChart"/>
    <dgm:cxn modelId="{302DB90B-B531-41FF-8F6F-8E52612E10A7}" type="presParOf" srcId="{94AC2E1D-1C63-426E-B748-5766A6670446}" destId="{5F71FF08-290D-43BC-8797-723C48952979}" srcOrd="3" destOrd="0" presId="urn:microsoft.com/office/officeart/2008/layout/HalfCircleOrganizationChart"/>
    <dgm:cxn modelId="{28834DC4-13DD-4B62-AC36-D560BDDFC6FC}" type="presParOf" srcId="{4AEC2381-BBA6-4E02-9D64-99E253E452A1}" destId="{B5661264-6FCD-4D64-AC9F-DF73D082D53D}" srcOrd="1" destOrd="0" presId="urn:microsoft.com/office/officeart/2008/layout/HalfCircleOrganizationChart"/>
    <dgm:cxn modelId="{4E45BBBE-1D12-4AE2-BF97-4659217A0F8D}" type="presParOf" srcId="{B5661264-6FCD-4D64-AC9F-DF73D082D53D}" destId="{E0C95563-0D47-49A8-B88F-25D30F59F738}" srcOrd="0" destOrd="0" presId="urn:microsoft.com/office/officeart/2008/layout/HalfCircleOrganizationChart"/>
    <dgm:cxn modelId="{6C5DC922-4326-43C2-B195-B42F761C9D81}" type="presParOf" srcId="{B5661264-6FCD-4D64-AC9F-DF73D082D53D}" destId="{D02B837E-F721-4555-881E-158B93EF3592}" srcOrd="1" destOrd="0" presId="urn:microsoft.com/office/officeart/2008/layout/HalfCircleOrganizationChart"/>
    <dgm:cxn modelId="{E765D800-6005-41A8-9461-2C668CB90B14}" type="presParOf" srcId="{D02B837E-F721-4555-881E-158B93EF3592}" destId="{AD4203E2-3BE5-46AC-91B2-715D4FCDE16D}" srcOrd="0" destOrd="0" presId="urn:microsoft.com/office/officeart/2008/layout/HalfCircleOrganizationChart"/>
    <dgm:cxn modelId="{FC45FD2C-97CA-4DCA-B44A-C99E72629911}" type="presParOf" srcId="{AD4203E2-3BE5-46AC-91B2-715D4FCDE16D}" destId="{51FD43AE-B652-4E29-970A-B221B80CBE54}" srcOrd="0" destOrd="0" presId="urn:microsoft.com/office/officeart/2008/layout/HalfCircleOrganizationChart"/>
    <dgm:cxn modelId="{0E9D14D0-1AD6-451E-B5D6-06D35BAA3246}" type="presParOf" srcId="{AD4203E2-3BE5-46AC-91B2-715D4FCDE16D}" destId="{63012989-DB9B-47BB-AD0D-D2085871D2FF}" srcOrd="1" destOrd="0" presId="urn:microsoft.com/office/officeart/2008/layout/HalfCircleOrganizationChart"/>
    <dgm:cxn modelId="{210DDB09-EF80-4D45-BD07-0B4373946114}" type="presParOf" srcId="{AD4203E2-3BE5-46AC-91B2-715D4FCDE16D}" destId="{106C4A30-F25A-4C95-AE83-D78F4BC119FF}" srcOrd="2" destOrd="0" presId="urn:microsoft.com/office/officeart/2008/layout/HalfCircleOrganizationChart"/>
    <dgm:cxn modelId="{001F6405-343C-4414-A51B-2C239AF11A7F}" type="presParOf" srcId="{AD4203E2-3BE5-46AC-91B2-715D4FCDE16D}" destId="{3688FA94-6F7B-4904-ADF7-AF3F2114FE73}" srcOrd="3" destOrd="0" presId="urn:microsoft.com/office/officeart/2008/layout/HalfCircleOrganizationChart"/>
    <dgm:cxn modelId="{8CD649A1-8B7E-48EE-B549-0EB97B2C1B27}" type="presParOf" srcId="{D02B837E-F721-4555-881E-158B93EF3592}" destId="{DD5822BB-A04B-43F9-8A42-E3EE52F55241}" srcOrd="1" destOrd="0" presId="urn:microsoft.com/office/officeart/2008/layout/HalfCircleOrganizationChart"/>
    <dgm:cxn modelId="{F17705AC-B9CA-481A-9C3A-51BD507AD9DE}" type="presParOf" srcId="{D02B837E-F721-4555-881E-158B93EF3592}" destId="{F2392E57-D8E2-428C-A0F5-C97C1F1E04FE}" srcOrd="2" destOrd="0" presId="urn:microsoft.com/office/officeart/2008/layout/HalfCircleOrganizationChart"/>
    <dgm:cxn modelId="{F9D926FF-ADF1-4E31-80DF-D185744008ED}" type="presParOf" srcId="{B5661264-6FCD-4D64-AC9F-DF73D082D53D}" destId="{EEEAB8B4-B389-4993-BB6F-08A96E526912}" srcOrd="2" destOrd="0" presId="urn:microsoft.com/office/officeart/2008/layout/HalfCircleOrganizationChart"/>
    <dgm:cxn modelId="{27463421-5AFA-44E2-950E-2AC7838D3A17}" type="presParOf" srcId="{B5661264-6FCD-4D64-AC9F-DF73D082D53D}" destId="{850F310F-7FA6-4CBE-BEEF-59BC9EF587C5}" srcOrd="3" destOrd="0" presId="urn:microsoft.com/office/officeart/2008/layout/HalfCircleOrganizationChart"/>
    <dgm:cxn modelId="{B9017A58-D289-45AB-B0D3-EF946A7FF1B0}" type="presParOf" srcId="{850F310F-7FA6-4CBE-BEEF-59BC9EF587C5}" destId="{B7B8DF43-9EC6-4365-8FD8-B2034861E78F}" srcOrd="0" destOrd="0" presId="urn:microsoft.com/office/officeart/2008/layout/HalfCircleOrganizationChart"/>
    <dgm:cxn modelId="{11F13214-7395-435E-B451-1CA8A6132DCA}" type="presParOf" srcId="{B7B8DF43-9EC6-4365-8FD8-B2034861E78F}" destId="{DBAFB44D-FE38-42C5-8336-8ACBA5005AF5}" srcOrd="0" destOrd="0" presId="urn:microsoft.com/office/officeart/2008/layout/HalfCircleOrganizationChart"/>
    <dgm:cxn modelId="{5D5C8FDC-6F0C-4FC5-A50A-B6F41F465B62}" type="presParOf" srcId="{B7B8DF43-9EC6-4365-8FD8-B2034861E78F}" destId="{23FA3DFD-290C-4DC8-8E6C-016EE59B0937}" srcOrd="1" destOrd="0" presId="urn:microsoft.com/office/officeart/2008/layout/HalfCircleOrganizationChart"/>
    <dgm:cxn modelId="{63272DF3-B397-41D7-B8E9-1AA4A95C63BB}" type="presParOf" srcId="{B7B8DF43-9EC6-4365-8FD8-B2034861E78F}" destId="{1AC30DFC-DAEB-4E23-BB23-BCAEFDCF71D6}" srcOrd="2" destOrd="0" presId="urn:microsoft.com/office/officeart/2008/layout/HalfCircleOrganizationChart"/>
    <dgm:cxn modelId="{29AFAE83-4CB7-4688-8D8B-F12BC0131444}" type="presParOf" srcId="{B7B8DF43-9EC6-4365-8FD8-B2034861E78F}" destId="{F2F9187C-F96B-4812-A6D6-0383A6D1C47E}" srcOrd="3" destOrd="0" presId="urn:microsoft.com/office/officeart/2008/layout/HalfCircleOrganizationChart"/>
    <dgm:cxn modelId="{EDEF01E4-3D09-404A-BDDC-E5C0D0EED92F}" type="presParOf" srcId="{850F310F-7FA6-4CBE-BEEF-59BC9EF587C5}" destId="{9EC839E1-3E93-4DE2-8FAC-CAB5339A2F7F}" srcOrd="1" destOrd="0" presId="urn:microsoft.com/office/officeart/2008/layout/HalfCircleOrganizationChart"/>
    <dgm:cxn modelId="{FB2DE1A0-9BBB-4503-8010-A5276106C6FD}" type="presParOf" srcId="{850F310F-7FA6-4CBE-BEEF-59BC9EF587C5}" destId="{BBFC1BCC-C7C2-4BE8-BF4B-A840CC81886D}" srcOrd="2" destOrd="0" presId="urn:microsoft.com/office/officeart/2008/layout/HalfCircleOrganizationChart"/>
    <dgm:cxn modelId="{ACDB5C8D-6061-44F2-AE67-715A94B5138F}" type="presParOf" srcId="{4AEC2381-BBA6-4E02-9D64-99E253E452A1}" destId="{847F2F92-5488-4288-8132-06DC297EBD93}" srcOrd="2" destOrd="0" presId="urn:microsoft.com/office/officeart/2008/layout/HalfCircleOrganizationChart"/>
    <dgm:cxn modelId="{F859CD02-935B-42C7-964C-0E52B6365BA5}" type="presParOf" srcId="{E96459EE-06D2-49E8-9B7F-57AF544B2809}" destId="{FF949335-EF86-4C3F-84CD-5BB53B656E9A}" srcOrd="2" destOrd="0" presId="urn:microsoft.com/office/officeart/2008/layout/HalfCircleOrganizationChart"/>
    <dgm:cxn modelId="{48A1B21E-6E84-4E4D-8335-FE93D3F7E6C0}" type="presParOf" srcId="{E96459EE-06D2-49E8-9B7F-57AF544B2809}" destId="{E8AFFCC9-FEC6-4BB9-B68F-6FE94830A288}" srcOrd="3" destOrd="0" presId="urn:microsoft.com/office/officeart/2008/layout/HalfCircleOrganizationChart"/>
    <dgm:cxn modelId="{AD9703A2-A204-467F-A1C7-319993F6587F}" type="presParOf" srcId="{E8AFFCC9-FEC6-4BB9-B68F-6FE94830A288}" destId="{3352FE6E-B9BC-470B-A6E8-AD7A8AF06412}" srcOrd="0" destOrd="0" presId="urn:microsoft.com/office/officeart/2008/layout/HalfCircleOrganizationChart"/>
    <dgm:cxn modelId="{FC960CB5-6725-4D93-B2A6-FDA00F3BE3F7}" type="presParOf" srcId="{3352FE6E-B9BC-470B-A6E8-AD7A8AF06412}" destId="{FC8028A1-1C4F-481D-A140-8D82CFE85080}" srcOrd="0" destOrd="0" presId="urn:microsoft.com/office/officeart/2008/layout/HalfCircleOrganizationChart"/>
    <dgm:cxn modelId="{83DCC53E-2E02-4E9D-950B-064B5D7D5320}" type="presParOf" srcId="{3352FE6E-B9BC-470B-A6E8-AD7A8AF06412}" destId="{228C9A2A-60F2-4A15-83FC-8BCB410F20D0}" srcOrd="1" destOrd="0" presId="urn:microsoft.com/office/officeart/2008/layout/HalfCircleOrganizationChart"/>
    <dgm:cxn modelId="{8A96B8B6-4A38-409C-9684-58C57DA0B9F5}" type="presParOf" srcId="{3352FE6E-B9BC-470B-A6E8-AD7A8AF06412}" destId="{382CFC46-0D19-46EA-A689-AEB267878B78}" srcOrd="2" destOrd="0" presId="urn:microsoft.com/office/officeart/2008/layout/HalfCircleOrganizationChart"/>
    <dgm:cxn modelId="{5DB3BAC4-A10A-443B-ABA3-C526FBDDB248}" type="presParOf" srcId="{3352FE6E-B9BC-470B-A6E8-AD7A8AF06412}" destId="{37748CC3-E5AD-48A0-BE81-C5004DED894E}" srcOrd="3" destOrd="0" presId="urn:microsoft.com/office/officeart/2008/layout/HalfCircleOrganizationChart"/>
    <dgm:cxn modelId="{A023A7FB-55B5-43A0-9FE5-47EDEF25E5F4}" type="presParOf" srcId="{E8AFFCC9-FEC6-4BB9-B68F-6FE94830A288}" destId="{B4F80EF9-E64B-472B-A469-A476EEA31B0B}" srcOrd="1" destOrd="0" presId="urn:microsoft.com/office/officeart/2008/layout/HalfCircleOrganizationChart"/>
    <dgm:cxn modelId="{1B104289-1EAF-45FF-BB3B-CA7A09680568}" type="presParOf" srcId="{B4F80EF9-E64B-472B-A469-A476EEA31B0B}" destId="{D20CC9FF-81BA-4BB9-8106-BF6125FD3730}" srcOrd="0" destOrd="0" presId="urn:microsoft.com/office/officeart/2008/layout/HalfCircleOrganizationChart"/>
    <dgm:cxn modelId="{4E5D1D6E-1D0E-4212-B8E4-57AEB7AE1A77}" type="presParOf" srcId="{B4F80EF9-E64B-472B-A469-A476EEA31B0B}" destId="{9B9C48D4-8E0F-4486-B41D-630F3E613B64}" srcOrd="1" destOrd="0" presId="urn:microsoft.com/office/officeart/2008/layout/HalfCircleOrganizationChart"/>
    <dgm:cxn modelId="{5C30C660-7557-44FF-AB7F-5A8E91CDF096}" type="presParOf" srcId="{9B9C48D4-8E0F-4486-B41D-630F3E613B64}" destId="{418D66F2-2A38-4521-B952-0E0EF7492910}" srcOrd="0" destOrd="0" presId="urn:microsoft.com/office/officeart/2008/layout/HalfCircleOrganizationChart"/>
    <dgm:cxn modelId="{FF5BB2B9-CA48-4FB3-A18C-DE994E9706F7}" type="presParOf" srcId="{418D66F2-2A38-4521-B952-0E0EF7492910}" destId="{7C856A6F-2114-46B4-AC71-0E5C151F1FA4}" srcOrd="0" destOrd="0" presId="urn:microsoft.com/office/officeart/2008/layout/HalfCircleOrganizationChart"/>
    <dgm:cxn modelId="{4D276900-745C-4A17-98D0-00908090B661}" type="presParOf" srcId="{418D66F2-2A38-4521-B952-0E0EF7492910}" destId="{D5B36B7C-6A10-46BB-8A16-BD262A7BA042}" srcOrd="1" destOrd="0" presId="urn:microsoft.com/office/officeart/2008/layout/HalfCircleOrganizationChart"/>
    <dgm:cxn modelId="{6CE140D8-C6DD-4959-920B-F435DD1140E3}" type="presParOf" srcId="{418D66F2-2A38-4521-B952-0E0EF7492910}" destId="{9A1BFFBA-A8DB-49CD-9143-33E1E80D4AD3}" srcOrd="2" destOrd="0" presId="urn:microsoft.com/office/officeart/2008/layout/HalfCircleOrganizationChart"/>
    <dgm:cxn modelId="{3EAA1D6B-2543-4FAC-8B3C-3669DA61F07B}" type="presParOf" srcId="{418D66F2-2A38-4521-B952-0E0EF7492910}" destId="{A1CE3BD4-93EB-4D9B-A5AF-88A37249DC2E}" srcOrd="3" destOrd="0" presId="urn:microsoft.com/office/officeart/2008/layout/HalfCircleOrganizationChart"/>
    <dgm:cxn modelId="{0A84BEAF-24F8-49E0-BEA4-541A09778C6E}" type="presParOf" srcId="{9B9C48D4-8E0F-4486-B41D-630F3E613B64}" destId="{7CFA845E-85E5-4804-8EAA-AD6F89ADF4CD}" srcOrd="1" destOrd="0" presId="urn:microsoft.com/office/officeart/2008/layout/HalfCircleOrganizationChart"/>
    <dgm:cxn modelId="{A2828872-53A1-4755-BE15-019EE95B0DC7}" type="presParOf" srcId="{9B9C48D4-8E0F-4486-B41D-630F3E613B64}" destId="{A7A90A0B-A5ED-4314-A513-D1AC436EA611}" srcOrd="2" destOrd="0" presId="urn:microsoft.com/office/officeart/2008/layout/HalfCircleOrganizationChart"/>
    <dgm:cxn modelId="{1AA66499-5049-41AB-85E5-C3B98C77FE80}" type="presParOf" srcId="{B4F80EF9-E64B-472B-A469-A476EEA31B0B}" destId="{A2E9C3D7-1CFD-484C-80CB-B939465E74A5}" srcOrd="2" destOrd="0" presId="urn:microsoft.com/office/officeart/2008/layout/HalfCircleOrganizationChart"/>
    <dgm:cxn modelId="{634A2E69-F34B-4427-9891-6792DE61114E}" type="presParOf" srcId="{B4F80EF9-E64B-472B-A469-A476EEA31B0B}" destId="{21A561EF-4D88-47A7-9EA9-2499FDEB2E56}" srcOrd="3" destOrd="0" presId="urn:microsoft.com/office/officeart/2008/layout/HalfCircleOrganizationChart"/>
    <dgm:cxn modelId="{79603A7B-E953-4F34-8CC9-E68F352BBA57}" type="presParOf" srcId="{21A561EF-4D88-47A7-9EA9-2499FDEB2E56}" destId="{141D79A9-BB86-41CC-9F45-8577E4C7CAA1}" srcOrd="0" destOrd="0" presId="urn:microsoft.com/office/officeart/2008/layout/HalfCircleOrganizationChart"/>
    <dgm:cxn modelId="{B7081B6F-D1F6-4EA5-9FAA-E189181576DF}" type="presParOf" srcId="{141D79A9-BB86-41CC-9F45-8577E4C7CAA1}" destId="{73B7B76A-4FDA-4A6A-A669-6366E7C7D503}" srcOrd="0" destOrd="0" presId="urn:microsoft.com/office/officeart/2008/layout/HalfCircleOrganizationChart"/>
    <dgm:cxn modelId="{E023F804-275B-4CD1-ADEB-F0C1C24697CC}" type="presParOf" srcId="{141D79A9-BB86-41CC-9F45-8577E4C7CAA1}" destId="{2A31C1E1-03B1-4FC4-AFDB-875E7795AE04}" srcOrd="1" destOrd="0" presId="urn:microsoft.com/office/officeart/2008/layout/HalfCircleOrganizationChart"/>
    <dgm:cxn modelId="{58C338F1-6818-4819-A43A-1E37676F3811}" type="presParOf" srcId="{141D79A9-BB86-41CC-9F45-8577E4C7CAA1}" destId="{5E0965C0-5AFB-434F-A3DB-D2F12A6378C9}" srcOrd="2" destOrd="0" presId="urn:microsoft.com/office/officeart/2008/layout/HalfCircleOrganizationChart"/>
    <dgm:cxn modelId="{80ABCEB1-C4B0-4722-94BC-BEFDE6A90258}" type="presParOf" srcId="{141D79A9-BB86-41CC-9F45-8577E4C7CAA1}" destId="{1D8A1D2F-AF12-493E-9CA5-CA4703FA6E6E}" srcOrd="3" destOrd="0" presId="urn:microsoft.com/office/officeart/2008/layout/HalfCircleOrganizationChart"/>
    <dgm:cxn modelId="{A80D9D20-5C65-4E33-995B-35B6250C3E43}" type="presParOf" srcId="{21A561EF-4D88-47A7-9EA9-2499FDEB2E56}" destId="{6EF635A1-5683-44FE-83FC-1E6B3CECF7CF}" srcOrd="1" destOrd="0" presId="urn:microsoft.com/office/officeart/2008/layout/HalfCircleOrganizationChart"/>
    <dgm:cxn modelId="{524A9E31-DBB9-42C6-9AA9-017761F27744}" type="presParOf" srcId="{21A561EF-4D88-47A7-9EA9-2499FDEB2E56}" destId="{86CE8250-BE47-4555-AC0B-F0156C6AF5FD}" srcOrd="2" destOrd="0" presId="urn:microsoft.com/office/officeart/2008/layout/HalfCircleOrganizationChart"/>
    <dgm:cxn modelId="{BC2ECC5D-C76C-46D1-9E22-A1D581718B74}" type="presParOf" srcId="{E8AFFCC9-FEC6-4BB9-B68F-6FE94830A288}" destId="{376657AB-CE40-46FC-963E-087499F91086}" srcOrd="2" destOrd="0" presId="urn:microsoft.com/office/officeart/2008/layout/HalfCircleOrganizationChart"/>
    <dgm:cxn modelId="{55DE7275-7991-4928-BC9F-D5FDE36423CD}" type="presParOf" srcId="{2BAEBFF3-FBEC-4B0A-A6F4-DC43ECA4EBE3}" destId="{C01B95F5-BEA7-46E7-BFB9-4A4A5F236D50}" srcOrd="2" destOrd="0" presId="urn:microsoft.com/office/officeart/2008/layout/HalfCircleOrganizationChart"/>
    <dgm:cxn modelId="{5F36A513-4CF1-43C9-8C8F-0BCBBA028B4E}" type="presParOf" srcId="{B45143F2-2FC1-49E2-96F6-B011DE9F5362}" destId="{D506726C-AA66-40C5-AF7C-E50BED765525}" srcOrd="2" destOrd="0" presId="urn:microsoft.com/office/officeart/2008/layout/HalfCircleOrganizationChart"/>
    <dgm:cxn modelId="{C6B70351-F16F-46BF-B56B-BFC8D64D8225}" type="presParOf" srcId="{B45143F2-2FC1-49E2-96F6-B011DE9F5362}" destId="{E4D9D197-E3B9-4757-8B58-6033B92BF270}" srcOrd="3" destOrd="0" presId="urn:microsoft.com/office/officeart/2008/layout/HalfCircleOrganizationChart"/>
    <dgm:cxn modelId="{6371720A-81DB-4E65-A7D1-B35E816B960F}" type="presParOf" srcId="{E4D9D197-E3B9-4757-8B58-6033B92BF270}" destId="{A3B514E7-5967-4BCC-92DF-53E5B1A03C88}" srcOrd="0" destOrd="0" presId="urn:microsoft.com/office/officeart/2008/layout/HalfCircleOrganizationChart"/>
    <dgm:cxn modelId="{ABDAE52F-F6E9-4C6E-8678-EDFDB75AFC2C}" type="presParOf" srcId="{A3B514E7-5967-4BCC-92DF-53E5B1A03C88}" destId="{31BC6EBC-9F13-4CC1-B3EF-F8743038C060}" srcOrd="0" destOrd="0" presId="urn:microsoft.com/office/officeart/2008/layout/HalfCircleOrganizationChart"/>
    <dgm:cxn modelId="{C018DD9F-9004-4EA8-AF41-861AD6B0FEE2}" type="presParOf" srcId="{A3B514E7-5967-4BCC-92DF-53E5B1A03C88}" destId="{BC71956A-64CB-48F6-9FCF-9FA296A35025}" srcOrd="1" destOrd="0" presId="urn:microsoft.com/office/officeart/2008/layout/HalfCircleOrganizationChart"/>
    <dgm:cxn modelId="{A5DD957B-278A-43D9-BFA9-70A120261E45}" type="presParOf" srcId="{A3B514E7-5967-4BCC-92DF-53E5B1A03C88}" destId="{2F73DCFB-4613-45BE-BFCF-3699B10414DE}" srcOrd="2" destOrd="0" presId="urn:microsoft.com/office/officeart/2008/layout/HalfCircleOrganizationChart"/>
    <dgm:cxn modelId="{6EBD681F-E40A-4CE5-95A6-AECAC6A4F472}" type="presParOf" srcId="{A3B514E7-5967-4BCC-92DF-53E5B1A03C88}" destId="{F766ECC8-CCCC-4942-A38F-BD7C8E86F76D}" srcOrd="3" destOrd="0" presId="urn:microsoft.com/office/officeart/2008/layout/HalfCircleOrganizationChart"/>
    <dgm:cxn modelId="{F46BA0C5-68DD-4069-AFC2-1E99D976157F}" type="presParOf" srcId="{E4D9D197-E3B9-4757-8B58-6033B92BF270}" destId="{E3C1272B-E2A2-4640-BE9D-117A1EE09618}" srcOrd="1" destOrd="0" presId="urn:microsoft.com/office/officeart/2008/layout/HalfCircleOrganizationChart"/>
    <dgm:cxn modelId="{5A806E49-80A7-4EDA-8A2D-16767AC7DDC6}" type="presParOf" srcId="{E3C1272B-E2A2-4640-BE9D-117A1EE09618}" destId="{732BB26F-C878-4950-A5F4-8AEA82859E1C}" srcOrd="0" destOrd="0" presId="urn:microsoft.com/office/officeart/2008/layout/HalfCircleOrganizationChart"/>
    <dgm:cxn modelId="{F96E85EC-EB2F-4C4C-97E2-6FBEFEE88438}" type="presParOf" srcId="{E3C1272B-E2A2-4640-BE9D-117A1EE09618}" destId="{0EBB6451-ED2B-4B68-9560-11BDA018B1A4}" srcOrd="1" destOrd="0" presId="urn:microsoft.com/office/officeart/2008/layout/HalfCircleOrganizationChart"/>
    <dgm:cxn modelId="{6B9157B4-4533-4B00-A53C-6762E837D46F}" type="presParOf" srcId="{0EBB6451-ED2B-4B68-9560-11BDA018B1A4}" destId="{A5C6BE2D-F16A-46FA-901B-B760A832C0CE}" srcOrd="0" destOrd="0" presId="urn:microsoft.com/office/officeart/2008/layout/HalfCircleOrganizationChart"/>
    <dgm:cxn modelId="{738FD123-F69B-437E-9DC5-ECE8DE6B6409}" type="presParOf" srcId="{A5C6BE2D-F16A-46FA-901B-B760A832C0CE}" destId="{A8DFAC77-CA84-4709-A9F2-A25E7F5F4130}" srcOrd="0" destOrd="0" presId="urn:microsoft.com/office/officeart/2008/layout/HalfCircleOrganizationChart"/>
    <dgm:cxn modelId="{22D9D32C-3879-41FB-A956-F925952A7AE5}" type="presParOf" srcId="{A5C6BE2D-F16A-46FA-901B-B760A832C0CE}" destId="{ABD7D83F-4881-4D8E-8D89-031D6D9AAB54}" srcOrd="1" destOrd="0" presId="urn:microsoft.com/office/officeart/2008/layout/HalfCircleOrganizationChart"/>
    <dgm:cxn modelId="{315D5383-8FD0-43F1-BEF2-CB371458C30A}" type="presParOf" srcId="{A5C6BE2D-F16A-46FA-901B-B760A832C0CE}" destId="{E99928FC-2122-4D2F-BA4D-596B521E862D}" srcOrd="2" destOrd="0" presId="urn:microsoft.com/office/officeart/2008/layout/HalfCircleOrganizationChart"/>
    <dgm:cxn modelId="{DD4A3ACD-04EF-420A-9319-EF5422939497}" type="presParOf" srcId="{A5C6BE2D-F16A-46FA-901B-B760A832C0CE}" destId="{DFE4989C-051D-4001-9A99-F68F51B0256D}" srcOrd="3" destOrd="0" presId="urn:microsoft.com/office/officeart/2008/layout/HalfCircleOrganizationChart"/>
    <dgm:cxn modelId="{4BD2CBC1-146B-475D-8E92-03B1F69C9F99}" type="presParOf" srcId="{0EBB6451-ED2B-4B68-9560-11BDA018B1A4}" destId="{EBB55048-4C90-481E-B3D5-4DE7811A7A13}" srcOrd="1" destOrd="0" presId="urn:microsoft.com/office/officeart/2008/layout/HalfCircleOrganizationChart"/>
    <dgm:cxn modelId="{24EB2585-EAB8-4FCE-908F-1A49FB28A19A}" type="presParOf" srcId="{EBB55048-4C90-481E-B3D5-4DE7811A7A13}" destId="{E22B1C43-60A7-4B67-A963-2784A4D2EF8D}" srcOrd="0" destOrd="0" presId="urn:microsoft.com/office/officeart/2008/layout/HalfCircleOrganizationChart"/>
    <dgm:cxn modelId="{5D0DB7C6-0248-4773-BE2C-D75C348D3A8E}" type="presParOf" srcId="{EBB55048-4C90-481E-B3D5-4DE7811A7A13}" destId="{EB073F86-5380-4748-90B2-1B882947AC32}" srcOrd="1" destOrd="0" presId="urn:microsoft.com/office/officeart/2008/layout/HalfCircleOrganizationChart"/>
    <dgm:cxn modelId="{7D801989-63EB-4590-B876-3DB95188AFF9}" type="presParOf" srcId="{EB073F86-5380-4748-90B2-1B882947AC32}" destId="{83730C01-5873-493A-8EF8-949D58491A19}" srcOrd="0" destOrd="0" presId="urn:microsoft.com/office/officeart/2008/layout/HalfCircleOrganizationChart"/>
    <dgm:cxn modelId="{EBCA2FEC-E77B-4D9A-8063-919808680562}" type="presParOf" srcId="{83730C01-5873-493A-8EF8-949D58491A19}" destId="{DB07D42D-6FD2-4645-BE24-2A4491405F6C}" srcOrd="0" destOrd="0" presId="urn:microsoft.com/office/officeart/2008/layout/HalfCircleOrganizationChart"/>
    <dgm:cxn modelId="{FB728737-D594-4BBF-8757-7039FFF1EDE3}" type="presParOf" srcId="{83730C01-5873-493A-8EF8-949D58491A19}" destId="{7A230229-B42E-4F02-AD35-1C2364030CBD}" srcOrd="1" destOrd="0" presId="urn:microsoft.com/office/officeart/2008/layout/HalfCircleOrganizationChart"/>
    <dgm:cxn modelId="{A23F2C84-86BE-4EA1-986C-E0A4963892DA}" type="presParOf" srcId="{83730C01-5873-493A-8EF8-949D58491A19}" destId="{71A1F77B-DD25-4147-B788-93DE9348E5EA}" srcOrd="2" destOrd="0" presId="urn:microsoft.com/office/officeart/2008/layout/HalfCircleOrganizationChart"/>
    <dgm:cxn modelId="{677C228B-BB9E-4D6E-A3AC-C068E399AD72}" type="presParOf" srcId="{83730C01-5873-493A-8EF8-949D58491A19}" destId="{036612C5-F882-44BF-A268-784625D9A631}" srcOrd="3" destOrd="0" presId="urn:microsoft.com/office/officeart/2008/layout/HalfCircleOrganizationChart"/>
    <dgm:cxn modelId="{36C0565B-CFBE-40D1-864F-A02B494B1A44}" type="presParOf" srcId="{EB073F86-5380-4748-90B2-1B882947AC32}" destId="{C4791C4A-7E70-4E1C-BB4F-E2CD0BB796E2}" srcOrd="1" destOrd="0" presId="urn:microsoft.com/office/officeart/2008/layout/HalfCircleOrganizationChart"/>
    <dgm:cxn modelId="{F172FCB4-2CDD-468D-9706-1982120F228C}" type="presParOf" srcId="{EB073F86-5380-4748-90B2-1B882947AC32}" destId="{73E0045E-EFA3-4CE2-B0CD-E6C02A7020FD}" srcOrd="2" destOrd="0" presId="urn:microsoft.com/office/officeart/2008/layout/HalfCircleOrganizationChart"/>
    <dgm:cxn modelId="{C3E08B55-53C1-44CD-8B06-EA68BC5D6EFD}" type="presParOf" srcId="{EBB55048-4C90-481E-B3D5-4DE7811A7A13}" destId="{07350196-3F3F-46F6-B567-86FD02674E07}" srcOrd="2" destOrd="0" presId="urn:microsoft.com/office/officeart/2008/layout/HalfCircleOrganizationChart"/>
    <dgm:cxn modelId="{DCCF5C57-DC6D-4B21-B15B-296428743D4D}" type="presParOf" srcId="{EBB55048-4C90-481E-B3D5-4DE7811A7A13}" destId="{735057E7-4CDE-4C87-AE48-3776E1944024}" srcOrd="3" destOrd="0" presId="urn:microsoft.com/office/officeart/2008/layout/HalfCircleOrganizationChart"/>
    <dgm:cxn modelId="{A7548C61-4C07-4A55-987A-CAA6B0C46115}" type="presParOf" srcId="{735057E7-4CDE-4C87-AE48-3776E1944024}" destId="{4630F677-86A5-4E4A-91BC-666D7F423DC3}" srcOrd="0" destOrd="0" presId="urn:microsoft.com/office/officeart/2008/layout/HalfCircleOrganizationChart"/>
    <dgm:cxn modelId="{7CBD6602-44D3-4BB3-81AE-F76B151FB5EB}" type="presParOf" srcId="{4630F677-86A5-4E4A-91BC-666D7F423DC3}" destId="{F7906674-33BB-4784-A29C-7B1103B5F655}" srcOrd="0" destOrd="0" presId="urn:microsoft.com/office/officeart/2008/layout/HalfCircleOrganizationChart"/>
    <dgm:cxn modelId="{A7789EC8-E997-4332-B0C4-51E02CBB4E70}" type="presParOf" srcId="{4630F677-86A5-4E4A-91BC-666D7F423DC3}" destId="{455FB3B8-9283-4D9D-8372-135388230A74}" srcOrd="1" destOrd="0" presId="urn:microsoft.com/office/officeart/2008/layout/HalfCircleOrganizationChart"/>
    <dgm:cxn modelId="{9A050696-5047-41DC-B7C2-21616C8D9077}" type="presParOf" srcId="{4630F677-86A5-4E4A-91BC-666D7F423DC3}" destId="{5961FE97-7677-485D-BF27-88FA51A5FA04}" srcOrd="2" destOrd="0" presId="urn:microsoft.com/office/officeart/2008/layout/HalfCircleOrganizationChart"/>
    <dgm:cxn modelId="{E564C30F-3E83-48DD-8C3B-7E6A2C4B70FC}" type="presParOf" srcId="{4630F677-86A5-4E4A-91BC-666D7F423DC3}" destId="{888E0E42-C97F-46F9-934E-D672F16B9F12}" srcOrd="3" destOrd="0" presId="urn:microsoft.com/office/officeart/2008/layout/HalfCircleOrganizationChart"/>
    <dgm:cxn modelId="{733E449D-1C63-4A39-A44F-D178E41E89B0}" type="presParOf" srcId="{735057E7-4CDE-4C87-AE48-3776E1944024}" destId="{ACEB81C8-0916-45AF-80F3-ABC37967FB45}" srcOrd="1" destOrd="0" presId="urn:microsoft.com/office/officeart/2008/layout/HalfCircleOrganizationChart"/>
    <dgm:cxn modelId="{EA659BA0-E6F5-417B-BDA7-E32A0953E14B}" type="presParOf" srcId="{735057E7-4CDE-4C87-AE48-3776E1944024}" destId="{DFCE4478-555B-440D-9299-26A0EF1C5B2C}" srcOrd="2" destOrd="0" presId="urn:microsoft.com/office/officeart/2008/layout/HalfCircleOrganizationChart"/>
    <dgm:cxn modelId="{F66D90B7-1D38-43BE-AC5D-0ED2EFDCD3AA}" type="presParOf" srcId="{0EBB6451-ED2B-4B68-9560-11BDA018B1A4}" destId="{18A39CD3-8A91-4DD9-AEEC-007BBB63B899}" srcOrd="2" destOrd="0" presId="urn:microsoft.com/office/officeart/2008/layout/HalfCircleOrganizationChart"/>
    <dgm:cxn modelId="{AC840C70-9BB0-4511-AC2E-DEB7E4BA0C02}" type="presParOf" srcId="{E3C1272B-E2A2-4640-BE9D-117A1EE09618}" destId="{C6810C1C-C8E8-4000-A812-407B53B997F6}" srcOrd="2" destOrd="0" presId="urn:microsoft.com/office/officeart/2008/layout/HalfCircleOrganizationChart"/>
    <dgm:cxn modelId="{9AC8173D-432F-427D-8B8A-20709F17F220}" type="presParOf" srcId="{E3C1272B-E2A2-4640-BE9D-117A1EE09618}" destId="{C2722488-4061-4FB5-903B-95FC61FD688F}" srcOrd="3" destOrd="0" presId="urn:microsoft.com/office/officeart/2008/layout/HalfCircleOrganizationChart"/>
    <dgm:cxn modelId="{7406FE38-534A-4283-9288-E6908E262BCA}" type="presParOf" srcId="{C2722488-4061-4FB5-903B-95FC61FD688F}" destId="{72E9F827-69CA-412B-92E1-E05887F67618}" srcOrd="0" destOrd="0" presId="urn:microsoft.com/office/officeart/2008/layout/HalfCircleOrganizationChart"/>
    <dgm:cxn modelId="{9081D2D6-97DF-40A1-829B-246FBF4DD4F4}" type="presParOf" srcId="{72E9F827-69CA-412B-92E1-E05887F67618}" destId="{3BAA9E28-6CB0-4371-B1D7-5019A586CA49}" srcOrd="0" destOrd="0" presId="urn:microsoft.com/office/officeart/2008/layout/HalfCircleOrganizationChart"/>
    <dgm:cxn modelId="{01376FE1-0657-4ACC-ADE2-A879AAA16141}" type="presParOf" srcId="{72E9F827-69CA-412B-92E1-E05887F67618}" destId="{49D893CE-4598-404D-9E43-FF3A4257B7C2}" srcOrd="1" destOrd="0" presId="urn:microsoft.com/office/officeart/2008/layout/HalfCircleOrganizationChart"/>
    <dgm:cxn modelId="{5EEAE42B-8028-4E14-ACD1-178BC191544D}" type="presParOf" srcId="{72E9F827-69CA-412B-92E1-E05887F67618}" destId="{1D26CBF5-832D-402F-A843-0459DD4F83D8}" srcOrd="2" destOrd="0" presId="urn:microsoft.com/office/officeart/2008/layout/HalfCircleOrganizationChart"/>
    <dgm:cxn modelId="{81E51ED1-B139-4EF7-BD08-BAF4D4C6BCC5}" type="presParOf" srcId="{72E9F827-69CA-412B-92E1-E05887F67618}" destId="{AEA19D03-6090-48B9-8DB5-A314F305A7D6}" srcOrd="3" destOrd="0" presId="urn:microsoft.com/office/officeart/2008/layout/HalfCircleOrganizationChart"/>
    <dgm:cxn modelId="{B50F13EB-88D8-4FAB-90B2-495D93D398A9}" type="presParOf" srcId="{C2722488-4061-4FB5-903B-95FC61FD688F}" destId="{5A119D5D-6100-4CB8-9B79-0BD2BEB5D3B8}" srcOrd="1" destOrd="0" presId="urn:microsoft.com/office/officeart/2008/layout/HalfCircleOrganizationChart"/>
    <dgm:cxn modelId="{517629FA-E6C6-4F25-A24E-CDEE2EBC61E6}" type="presParOf" srcId="{5A119D5D-6100-4CB8-9B79-0BD2BEB5D3B8}" destId="{707D8964-989E-4E70-B933-EB6FDED2A88C}" srcOrd="0" destOrd="0" presId="urn:microsoft.com/office/officeart/2008/layout/HalfCircleOrganizationChart"/>
    <dgm:cxn modelId="{DF8874B9-8FE9-4B1C-A6EC-B2271216CF45}" type="presParOf" srcId="{5A119D5D-6100-4CB8-9B79-0BD2BEB5D3B8}" destId="{522BDD3C-D781-4AE5-B89B-EEF5C63C29A4}" srcOrd="1" destOrd="0" presId="urn:microsoft.com/office/officeart/2008/layout/HalfCircleOrganizationChart"/>
    <dgm:cxn modelId="{49348E59-181B-4210-8832-570D082D2B34}" type="presParOf" srcId="{522BDD3C-D781-4AE5-B89B-EEF5C63C29A4}" destId="{F0B4A213-E4C1-493F-89FF-72C7A14DDCAB}" srcOrd="0" destOrd="0" presId="urn:microsoft.com/office/officeart/2008/layout/HalfCircleOrganizationChart"/>
    <dgm:cxn modelId="{F8A283F7-68BD-4169-B751-6CCB7F58589F}" type="presParOf" srcId="{F0B4A213-E4C1-493F-89FF-72C7A14DDCAB}" destId="{750907CB-AC12-4D5B-B2B9-07F993C45885}" srcOrd="0" destOrd="0" presId="urn:microsoft.com/office/officeart/2008/layout/HalfCircleOrganizationChart"/>
    <dgm:cxn modelId="{8E36D94C-6986-4531-ADF2-029FB7C77B69}" type="presParOf" srcId="{F0B4A213-E4C1-493F-89FF-72C7A14DDCAB}" destId="{92622384-50F6-4738-9B98-CE96F6D6B14A}" srcOrd="1" destOrd="0" presId="urn:microsoft.com/office/officeart/2008/layout/HalfCircleOrganizationChart"/>
    <dgm:cxn modelId="{C09BBA62-975B-4329-9888-1781EC35DD33}" type="presParOf" srcId="{F0B4A213-E4C1-493F-89FF-72C7A14DDCAB}" destId="{8EAC22E1-F2CF-4F43-BA96-5FB357026784}" srcOrd="2" destOrd="0" presId="urn:microsoft.com/office/officeart/2008/layout/HalfCircleOrganizationChart"/>
    <dgm:cxn modelId="{AB1AAE0A-EE5B-4A3D-BEA9-8276C5578FE0}" type="presParOf" srcId="{F0B4A213-E4C1-493F-89FF-72C7A14DDCAB}" destId="{2E6F854A-17D4-4305-B800-6F3C26F4CA51}" srcOrd="3" destOrd="0" presId="urn:microsoft.com/office/officeart/2008/layout/HalfCircleOrganizationChart"/>
    <dgm:cxn modelId="{7F59C24B-4124-4BA5-B172-C52258AE08BA}" type="presParOf" srcId="{522BDD3C-D781-4AE5-B89B-EEF5C63C29A4}" destId="{6AEADA62-C2F2-4211-8D68-9538F1028A2D}" srcOrd="1" destOrd="0" presId="urn:microsoft.com/office/officeart/2008/layout/HalfCircleOrganizationChart"/>
    <dgm:cxn modelId="{A27996AB-E4DF-47B7-82C3-DDD03D4137B3}" type="presParOf" srcId="{522BDD3C-D781-4AE5-B89B-EEF5C63C29A4}" destId="{BA4DF47B-6F24-4702-B550-B5F24F580AFA}" srcOrd="2" destOrd="0" presId="urn:microsoft.com/office/officeart/2008/layout/HalfCircleOrganizationChart"/>
    <dgm:cxn modelId="{CFAAE100-695C-40B3-AC2D-6754897CD909}" type="presParOf" srcId="{5A119D5D-6100-4CB8-9B79-0BD2BEB5D3B8}" destId="{5BB9718D-D180-4BAF-91D8-FAC03AC0BDA6}" srcOrd="2" destOrd="0" presId="urn:microsoft.com/office/officeart/2008/layout/HalfCircleOrganizationChart"/>
    <dgm:cxn modelId="{78322448-348A-45F1-8CB5-7E61172642D6}" type="presParOf" srcId="{5A119D5D-6100-4CB8-9B79-0BD2BEB5D3B8}" destId="{368675D0-0BFB-4852-A88C-AE095BC9FABB}" srcOrd="3" destOrd="0" presId="urn:microsoft.com/office/officeart/2008/layout/HalfCircleOrganizationChart"/>
    <dgm:cxn modelId="{56EA3AA1-EE0A-4B3C-818F-0498352FB598}" type="presParOf" srcId="{368675D0-0BFB-4852-A88C-AE095BC9FABB}" destId="{9308E193-8CED-42F9-AEF8-65C438E65DC3}" srcOrd="0" destOrd="0" presId="urn:microsoft.com/office/officeart/2008/layout/HalfCircleOrganizationChart"/>
    <dgm:cxn modelId="{AACBBD0D-B705-4B92-9060-A97C0E4BF1DE}" type="presParOf" srcId="{9308E193-8CED-42F9-AEF8-65C438E65DC3}" destId="{8BF28DC1-F227-4BF5-8F8A-DAC93A175962}" srcOrd="0" destOrd="0" presId="urn:microsoft.com/office/officeart/2008/layout/HalfCircleOrganizationChart"/>
    <dgm:cxn modelId="{1DA33CE5-B193-4E69-B120-DBECD5865928}" type="presParOf" srcId="{9308E193-8CED-42F9-AEF8-65C438E65DC3}" destId="{F2E35161-0DD7-4492-8F7A-B77A1B8E6A16}" srcOrd="1" destOrd="0" presId="urn:microsoft.com/office/officeart/2008/layout/HalfCircleOrganizationChart"/>
    <dgm:cxn modelId="{34E11251-8AEE-4AE9-8F6C-1A5276C36F65}" type="presParOf" srcId="{9308E193-8CED-42F9-AEF8-65C438E65DC3}" destId="{C5F6DB6F-A9F4-4760-B06F-E7B0F17E0202}" srcOrd="2" destOrd="0" presId="urn:microsoft.com/office/officeart/2008/layout/HalfCircleOrganizationChart"/>
    <dgm:cxn modelId="{D1930F6E-989A-490C-BBCD-7D3FE04ED5D2}" type="presParOf" srcId="{9308E193-8CED-42F9-AEF8-65C438E65DC3}" destId="{41D3685A-DC57-4E00-8387-9835751F55EC}" srcOrd="3" destOrd="0" presId="urn:microsoft.com/office/officeart/2008/layout/HalfCircleOrganizationChart"/>
    <dgm:cxn modelId="{0D519380-1ECF-497D-A70B-BB51DA501B2A}" type="presParOf" srcId="{368675D0-0BFB-4852-A88C-AE095BC9FABB}" destId="{756EBA3D-588A-48E9-B94B-7C3E704A663A}" srcOrd="1" destOrd="0" presId="urn:microsoft.com/office/officeart/2008/layout/HalfCircleOrganizationChart"/>
    <dgm:cxn modelId="{65E17126-736B-42A0-B709-6F1E561F8C96}" type="presParOf" srcId="{368675D0-0BFB-4852-A88C-AE095BC9FABB}" destId="{23954C27-744D-4C14-99FC-341CE4B5F4E1}" srcOrd="2" destOrd="0" presId="urn:microsoft.com/office/officeart/2008/layout/HalfCircleOrganizationChart"/>
    <dgm:cxn modelId="{DE489672-B8E3-481B-ADA4-7AE159FED459}" type="presParOf" srcId="{C2722488-4061-4FB5-903B-95FC61FD688F}" destId="{B55F7A5A-563E-4719-A1DA-801998CC9CC2}" srcOrd="2" destOrd="0" presId="urn:microsoft.com/office/officeart/2008/layout/HalfCircleOrganizationChart"/>
    <dgm:cxn modelId="{D4B9A989-9644-4BFB-9074-0CE2E8138A90}" type="presParOf" srcId="{E4D9D197-E3B9-4757-8B58-6033B92BF270}" destId="{3CBF7913-A99F-4F3E-8DBF-D81370073B4B}" srcOrd="2" destOrd="0" presId="urn:microsoft.com/office/officeart/2008/layout/HalfCircleOrganizationChart"/>
    <dgm:cxn modelId="{30B792FE-DBF1-44CA-86C8-4C91BE5F1FE2}" type="presParOf" srcId="{8E173872-BF83-4E38-A1C4-BD2163DC4629}" destId="{55A97B2B-CF90-4150-AFE3-1DED31AC6D5A}" srcOrd="2" destOrd="0" presId="urn:microsoft.com/office/officeart/2008/layout/HalfCircleOrganizationChart"/>
  </dgm:cxnLst>
  <dgm:bg/>
  <dgm:whole>
    <a:ln w="57150"/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EFAFD96-3601-4F17-BB82-DBBBA6C512D5}" type="doc">
      <dgm:prSet loTypeId="urn:microsoft.com/office/officeart/2005/8/layout/orgChart1" loCatId="hierarchy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19599602-9E94-449B-AE02-46C30491E28C}">
      <dgm:prSet phldrT="[Text]" custT="1"/>
      <dgm:spPr/>
      <dgm:t>
        <a:bodyPr/>
        <a:lstStyle/>
        <a:p>
          <a:r>
            <a:rPr lang="en-US" sz="1000" b="1" dirty="0">
              <a:latin typeface="Yu Gothic" panose="020B0400000000000000" pitchFamily="34" charset="-128"/>
              <a:ea typeface="Yu Gothic" panose="020B0400000000000000" pitchFamily="34" charset="-128"/>
            </a:rPr>
            <a:t>CISO</a:t>
          </a:r>
        </a:p>
      </dgm:t>
    </dgm:pt>
    <dgm:pt modelId="{FF371F54-3EAD-4229-B33D-30FA8E522AE4}" type="parTrans" cxnId="{7A02F5AF-F9F5-4778-A66E-DE024A3A34D9}">
      <dgm:prSet/>
      <dgm:spPr/>
      <dgm:t>
        <a:bodyPr/>
        <a:lstStyle/>
        <a:p>
          <a:endParaRPr lang="en-US" sz="1000">
            <a:latin typeface="Yu Gothic" panose="020B0400000000000000" pitchFamily="34" charset="-128"/>
            <a:ea typeface="Yu Gothic" panose="020B0400000000000000" pitchFamily="34" charset="-128"/>
          </a:endParaRPr>
        </a:p>
      </dgm:t>
    </dgm:pt>
    <dgm:pt modelId="{2A88706E-F8B3-4E84-B216-AB828E178267}" type="sibTrans" cxnId="{7A02F5AF-F9F5-4778-A66E-DE024A3A34D9}">
      <dgm:prSet/>
      <dgm:spPr/>
      <dgm:t>
        <a:bodyPr/>
        <a:lstStyle/>
        <a:p>
          <a:endParaRPr lang="en-US" sz="1000">
            <a:latin typeface="Yu Gothic" panose="020B0400000000000000" pitchFamily="34" charset="-128"/>
            <a:ea typeface="Yu Gothic" panose="020B0400000000000000" pitchFamily="34" charset="-128"/>
          </a:endParaRPr>
        </a:p>
      </dgm:t>
    </dgm:pt>
    <dgm:pt modelId="{6FD54DCC-0420-4B69-949E-C600DAC3EA80}">
      <dgm:prSet phldrT="[Text]" custT="1"/>
      <dgm:spPr/>
      <dgm:t>
        <a:bodyPr/>
        <a:lstStyle/>
        <a:p>
          <a:r>
            <a:rPr lang="en-US" sz="1000" b="1" dirty="0">
              <a:latin typeface="Yu Gothic" panose="020B0400000000000000" pitchFamily="34" charset="-128"/>
              <a:ea typeface="Yu Gothic" panose="020B0400000000000000" pitchFamily="34" charset="-128"/>
            </a:rPr>
            <a:t>Director</a:t>
          </a:r>
        </a:p>
      </dgm:t>
    </dgm:pt>
    <dgm:pt modelId="{6F5CF077-1342-46A1-93F1-68D7723F3F8C}" type="parTrans" cxnId="{A9A39EE7-F441-4563-AFFD-666EC4C4FD54}">
      <dgm:prSet custT="1"/>
      <dgm:spPr/>
      <dgm:t>
        <a:bodyPr/>
        <a:lstStyle/>
        <a:p>
          <a:endParaRPr lang="en-US" sz="1000" b="1" dirty="0">
            <a:latin typeface="Yu Gothic" panose="020B0400000000000000" pitchFamily="34" charset="-128"/>
            <a:ea typeface="Yu Gothic" panose="020B0400000000000000" pitchFamily="34" charset="-128"/>
          </a:endParaRPr>
        </a:p>
      </dgm:t>
    </dgm:pt>
    <dgm:pt modelId="{CE57F18C-7754-4245-BB8D-0DDD9139AB8E}" type="sibTrans" cxnId="{A9A39EE7-F441-4563-AFFD-666EC4C4FD54}">
      <dgm:prSet/>
      <dgm:spPr/>
      <dgm:t>
        <a:bodyPr/>
        <a:lstStyle/>
        <a:p>
          <a:endParaRPr lang="en-US" sz="1000">
            <a:latin typeface="Yu Gothic" panose="020B0400000000000000" pitchFamily="34" charset="-128"/>
            <a:ea typeface="Yu Gothic" panose="020B0400000000000000" pitchFamily="34" charset="-128"/>
          </a:endParaRPr>
        </a:p>
      </dgm:t>
    </dgm:pt>
    <dgm:pt modelId="{D6D663EA-8C9E-4A6C-8696-EA6202B67EB8}">
      <dgm:prSet custT="1"/>
      <dgm:spPr/>
      <dgm:t>
        <a:bodyPr/>
        <a:lstStyle/>
        <a:p>
          <a:r>
            <a:rPr lang="en-US" sz="1000" b="1" dirty="0">
              <a:latin typeface="Yu Gothic" panose="020B0400000000000000" pitchFamily="34" charset="-128"/>
              <a:ea typeface="Yu Gothic" panose="020B0400000000000000" pitchFamily="34" charset="-128"/>
            </a:rPr>
            <a:t>Security Architecture</a:t>
          </a:r>
        </a:p>
      </dgm:t>
    </dgm:pt>
    <dgm:pt modelId="{C618F4B1-D56C-40B0-A9BB-A1AC22AA90C0}" type="parTrans" cxnId="{6AD0832E-D0E5-4DFA-A2C1-539A1049A92A}">
      <dgm:prSet custT="1"/>
      <dgm:spPr/>
      <dgm:t>
        <a:bodyPr/>
        <a:lstStyle/>
        <a:p>
          <a:endParaRPr lang="en-US" sz="1000" b="1" dirty="0">
            <a:latin typeface="Yu Gothic" panose="020B0400000000000000" pitchFamily="34" charset="-128"/>
            <a:ea typeface="Yu Gothic" panose="020B0400000000000000" pitchFamily="34" charset="-128"/>
          </a:endParaRPr>
        </a:p>
      </dgm:t>
    </dgm:pt>
    <dgm:pt modelId="{350208D2-B2AB-46F5-A396-E4E2016A900E}" type="sibTrans" cxnId="{6AD0832E-D0E5-4DFA-A2C1-539A1049A92A}">
      <dgm:prSet/>
      <dgm:spPr/>
      <dgm:t>
        <a:bodyPr/>
        <a:lstStyle/>
        <a:p>
          <a:endParaRPr lang="en-US" sz="1000">
            <a:latin typeface="Yu Gothic" panose="020B0400000000000000" pitchFamily="34" charset="-128"/>
            <a:ea typeface="Yu Gothic" panose="020B0400000000000000" pitchFamily="34" charset="-128"/>
          </a:endParaRPr>
        </a:p>
      </dgm:t>
    </dgm:pt>
    <dgm:pt modelId="{0C87090F-02B0-44D5-BD4B-E5AE0D1FA7F1}">
      <dgm:prSet phldrT="[Text]" custT="1"/>
      <dgm:spPr/>
      <dgm:t>
        <a:bodyPr/>
        <a:lstStyle/>
        <a:p>
          <a:r>
            <a:rPr lang="en-US" sz="1000" b="1" dirty="0">
              <a:latin typeface="Yu Gothic" panose="020B0400000000000000" pitchFamily="34" charset="-128"/>
              <a:ea typeface="Yu Gothic" panose="020B0400000000000000" pitchFamily="34" charset="-128"/>
            </a:rPr>
            <a:t>VP</a:t>
          </a:r>
        </a:p>
      </dgm:t>
    </dgm:pt>
    <dgm:pt modelId="{48F43ED3-A177-4096-B556-EB782F87985E}" type="parTrans" cxnId="{30E0B992-157A-405B-8572-770CFD4D21A1}">
      <dgm:prSet custT="1"/>
      <dgm:spPr/>
      <dgm:t>
        <a:bodyPr/>
        <a:lstStyle/>
        <a:p>
          <a:endParaRPr lang="en-US" sz="1000" b="1" dirty="0">
            <a:latin typeface="Yu Gothic" panose="020B0400000000000000" pitchFamily="34" charset="-128"/>
            <a:ea typeface="Yu Gothic" panose="020B0400000000000000" pitchFamily="34" charset="-128"/>
          </a:endParaRPr>
        </a:p>
      </dgm:t>
    </dgm:pt>
    <dgm:pt modelId="{24E0BA02-AFC8-4BBC-85FF-8CECFE2FDD5C}" type="sibTrans" cxnId="{30E0B992-157A-405B-8572-770CFD4D21A1}">
      <dgm:prSet/>
      <dgm:spPr/>
      <dgm:t>
        <a:bodyPr/>
        <a:lstStyle/>
        <a:p>
          <a:endParaRPr lang="en-US" sz="1000">
            <a:latin typeface="Yu Gothic" panose="020B0400000000000000" pitchFamily="34" charset="-128"/>
            <a:ea typeface="Yu Gothic" panose="020B0400000000000000" pitchFamily="34" charset="-128"/>
          </a:endParaRPr>
        </a:p>
      </dgm:t>
    </dgm:pt>
    <dgm:pt modelId="{A97D053E-A973-4364-B69E-A280008FFC90}">
      <dgm:prSet phldrT="[Text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1000" b="1" dirty="0">
              <a:latin typeface="Yu Gothic" panose="020B0400000000000000" pitchFamily="34" charset="-128"/>
              <a:ea typeface="Yu Gothic" panose="020B0400000000000000" pitchFamily="34" charset="-128"/>
            </a:rPr>
            <a:t>SOC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 sz="1000" b="1" dirty="0">
              <a:latin typeface="Yu Gothic" panose="020B0400000000000000" pitchFamily="34" charset="-128"/>
              <a:ea typeface="Yu Gothic" panose="020B0400000000000000" pitchFamily="34" charset="-128"/>
            </a:rPr>
            <a:t>Manager</a:t>
          </a:r>
        </a:p>
      </dgm:t>
    </dgm:pt>
    <dgm:pt modelId="{0269C22A-A20B-4CCC-917A-8B311E437315}" type="parTrans" cxnId="{06C05031-CC2B-43C8-8D83-6BE882BBEE11}">
      <dgm:prSet custT="1"/>
      <dgm:spPr/>
      <dgm:t>
        <a:bodyPr/>
        <a:lstStyle/>
        <a:p>
          <a:endParaRPr lang="en-US" sz="1000" b="1" dirty="0">
            <a:latin typeface="Yu Gothic" panose="020B0400000000000000" pitchFamily="34" charset="-128"/>
            <a:ea typeface="Yu Gothic" panose="020B0400000000000000" pitchFamily="34" charset="-128"/>
          </a:endParaRPr>
        </a:p>
      </dgm:t>
    </dgm:pt>
    <dgm:pt modelId="{243C102C-DAA2-4245-A1D1-9E6A71F7AB05}" type="sibTrans" cxnId="{06C05031-CC2B-43C8-8D83-6BE882BBEE11}">
      <dgm:prSet/>
      <dgm:spPr/>
      <dgm:t>
        <a:bodyPr/>
        <a:lstStyle/>
        <a:p>
          <a:endParaRPr lang="en-US" sz="1000">
            <a:latin typeface="Yu Gothic" panose="020B0400000000000000" pitchFamily="34" charset="-128"/>
            <a:ea typeface="Yu Gothic" panose="020B0400000000000000" pitchFamily="34" charset="-128"/>
          </a:endParaRPr>
        </a:p>
      </dgm:t>
    </dgm:pt>
    <dgm:pt modelId="{A42DED5E-3919-412A-8377-DE6122E1AD30}">
      <dgm:prSet custT="1"/>
      <dgm:spPr/>
      <dgm:t>
        <a:bodyPr/>
        <a:lstStyle/>
        <a:p>
          <a:r>
            <a:rPr lang="en-US" sz="1000" b="1" dirty="0">
              <a:latin typeface="Yu Gothic" panose="020B0400000000000000" pitchFamily="34" charset="-128"/>
              <a:ea typeface="Yu Gothic" panose="020B0400000000000000" pitchFamily="34" charset="-128"/>
            </a:rPr>
            <a:t>Sources</a:t>
          </a:r>
        </a:p>
      </dgm:t>
    </dgm:pt>
    <dgm:pt modelId="{D05EA4EE-52C7-4A7F-9A69-CD36D787717D}" type="parTrans" cxnId="{49B17D65-6E5E-48F0-B40D-53AEA94A5346}">
      <dgm:prSet custT="1"/>
      <dgm:spPr/>
      <dgm:t>
        <a:bodyPr/>
        <a:lstStyle/>
        <a:p>
          <a:endParaRPr lang="en-US" sz="1000" b="1" dirty="0">
            <a:latin typeface="Yu Gothic" panose="020B0400000000000000" pitchFamily="34" charset="-128"/>
            <a:ea typeface="Yu Gothic" panose="020B0400000000000000" pitchFamily="34" charset="-128"/>
          </a:endParaRPr>
        </a:p>
      </dgm:t>
    </dgm:pt>
    <dgm:pt modelId="{4503E061-C76A-43D4-9951-E6976365CBEB}" type="sibTrans" cxnId="{49B17D65-6E5E-48F0-B40D-53AEA94A5346}">
      <dgm:prSet/>
      <dgm:spPr/>
      <dgm:t>
        <a:bodyPr/>
        <a:lstStyle/>
        <a:p>
          <a:endParaRPr lang="en-US" sz="1000">
            <a:latin typeface="Yu Gothic" panose="020B0400000000000000" pitchFamily="34" charset="-128"/>
            <a:ea typeface="Yu Gothic" panose="020B0400000000000000" pitchFamily="34" charset="-128"/>
          </a:endParaRPr>
        </a:p>
      </dgm:t>
    </dgm:pt>
    <dgm:pt modelId="{36515DAA-DE94-4D05-BF16-8D5E13CADE3A}">
      <dgm:prSet custT="1"/>
      <dgm:spPr/>
      <dgm:t>
        <a:bodyPr/>
        <a:lstStyle/>
        <a:p>
          <a:r>
            <a:rPr lang="en-US" sz="1000" b="1">
              <a:latin typeface="Yu Gothic" panose="020B0400000000000000" pitchFamily="34" charset="-128"/>
              <a:ea typeface="Yu Gothic" panose="020B0400000000000000" pitchFamily="34" charset="-128"/>
            </a:rPr>
            <a:t>Analysis</a:t>
          </a:r>
          <a:endParaRPr lang="en-US" sz="1000" b="1" dirty="0">
            <a:latin typeface="Yu Gothic" panose="020B0400000000000000" pitchFamily="34" charset="-128"/>
            <a:ea typeface="Yu Gothic" panose="020B0400000000000000" pitchFamily="34" charset="-128"/>
          </a:endParaRPr>
        </a:p>
      </dgm:t>
    </dgm:pt>
    <dgm:pt modelId="{15779972-6EB7-4A17-A8F4-C736B5F0CED0}" type="parTrans" cxnId="{2BBFE0CB-7EA9-4048-B997-094B4E858D3D}">
      <dgm:prSet custT="1"/>
      <dgm:spPr/>
      <dgm:t>
        <a:bodyPr/>
        <a:lstStyle/>
        <a:p>
          <a:endParaRPr lang="en-US" sz="1000" b="1" dirty="0">
            <a:latin typeface="Yu Gothic" panose="020B0400000000000000" pitchFamily="34" charset="-128"/>
            <a:ea typeface="Yu Gothic" panose="020B0400000000000000" pitchFamily="34" charset="-128"/>
          </a:endParaRPr>
        </a:p>
      </dgm:t>
    </dgm:pt>
    <dgm:pt modelId="{D6A2C69D-961B-4FA1-8F05-385D9A2E46C1}" type="sibTrans" cxnId="{2BBFE0CB-7EA9-4048-B997-094B4E858D3D}">
      <dgm:prSet/>
      <dgm:spPr/>
      <dgm:t>
        <a:bodyPr/>
        <a:lstStyle/>
        <a:p>
          <a:endParaRPr lang="en-US" sz="1000">
            <a:latin typeface="Yu Gothic" panose="020B0400000000000000" pitchFamily="34" charset="-128"/>
            <a:ea typeface="Yu Gothic" panose="020B0400000000000000" pitchFamily="34" charset="-128"/>
          </a:endParaRPr>
        </a:p>
      </dgm:t>
    </dgm:pt>
    <dgm:pt modelId="{BF1D701A-DD2D-4121-8BFA-FBE1FBF81F9E}">
      <dgm:prSet custT="1"/>
      <dgm:spPr/>
      <dgm:t>
        <a:bodyPr/>
        <a:lstStyle/>
        <a:p>
          <a:r>
            <a:rPr lang="en-US" sz="1000" b="1" dirty="0">
              <a:latin typeface="Yu Gothic" panose="020B0400000000000000" pitchFamily="34" charset="-128"/>
              <a:ea typeface="Yu Gothic" panose="020B0400000000000000" pitchFamily="34" charset="-128"/>
            </a:rPr>
            <a:t>SOC L1</a:t>
          </a:r>
        </a:p>
      </dgm:t>
    </dgm:pt>
    <dgm:pt modelId="{E61AFEE5-2004-43A9-AA62-07A1459E6FC5}" type="parTrans" cxnId="{801C22C7-1C0F-44EF-839E-A030B3D15017}">
      <dgm:prSet custT="1"/>
      <dgm:spPr/>
      <dgm:t>
        <a:bodyPr/>
        <a:lstStyle/>
        <a:p>
          <a:endParaRPr lang="en-US" sz="1000" b="1" dirty="0">
            <a:latin typeface="Yu Gothic" panose="020B0400000000000000" pitchFamily="34" charset="-128"/>
            <a:ea typeface="Yu Gothic" panose="020B0400000000000000" pitchFamily="34" charset="-128"/>
          </a:endParaRPr>
        </a:p>
      </dgm:t>
    </dgm:pt>
    <dgm:pt modelId="{B0000C6F-B2A3-4526-8C16-C73AEA735EAF}" type="sibTrans" cxnId="{801C22C7-1C0F-44EF-839E-A030B3D15017}">
      <dgm:prSet/>
      <dgm:spPr/>
      <dgm:t>
        <a:bodyPr/>
        <a:lstStyle/>
        <a:p>
          <a:endParaRPr lang="en-US" sz="1000">
            <a:latin typeface="Yu Gothic" panose="020B0400000000000000" pitchFamily="34" charset="-128"/>
            <a:ea typeface="Yu Gothic" panose="020B0400000000000000" pitchFamily="34" charset="-128"/>
          </a:endParaRPr>
        </a:p>
      </dgm:t>
    </dgm:pt>
    <dgm:pt modelId="{991DD7BB-FD91-49EE-AAF5-140AB35E43F7}">
      <dgm:prSet custT="1"/>
      <dgm:spPr/>
      <dgm:t>
        <a:bodyPr/>
        <a:lstStyle/>
        <a:p>
          <a:r>
            <a:rPr lang="en-US" sz="1000" b="1" dirty="0">
              <a:latin typeface="Yu Gothic" panose="020B0400000000000000" pitchFamily="34" charset="-128"/>
              <a:ea typeface="Yu Gothic" panose="020B0400000000000000" pitchFamily="34" charset="-128"/>
            </a:rPr>
            <a:t>Program Management</a:t>
          </a:r>
        </a:p>
      </dgm:t>
    </dgm:pt>
    <dgm:pt modelId="{8C5DE38B-5BD6-4776-8A20-AEE9D7B23E51}" type="sibTrans" cxnId="{2B80D23B-5A2B-4D63-AF88-2D04D8D865AC}">
      <dgm:prSet/>
      <dgm:spPr/>
      <dgm:t>
        <a:bodyPr/>
        <a:lstStyle/>
        <a:p>
          <a:endParaRPr lang="en-US" sz="1000">
            <a:latin typeface="Yu Gothic" panose="020B0400000000000000" pitchFamily="34" charset="-128"/>
            <a:ea typeface="Yu Gothic" panose="020B0400000000000000" pitchFamily="34" charset="-128"/>
          </a:endParaRPr>
        </a:p>
      </dgm:t>
    </dgm:pt>
    <dgm:pt modelId="{E3D22BD8-B8F5-4AEB-A8DD-53D6A1A29BAD}" type="parTrans" cxnId="{2B80D23B-5A2B-4D63-AF88-2D04D8D865AC}">
      <dgm:prSet custT="1"/>
      <dgm:spPr/>
      <dgm:t>
        <a:bodyPr/>
        <a:lstStyle/>
        <a:p>
          <a:endParaRPr lang="en-US" sz="1000" b="1" dirty="0">
            <a:latin typeface="Yu Gothic" panose="020B0400000000000000" pitchFamily="34" charset="-128"/>
            <a:ea typeface="Yu Gothic" panose="020B0400000000000000" pitchFamily="34" charset="-128"/>
          </a:endParaRPr>
        </a:p>
      </dgm:t>
    </dgm:pt>
    <dgm:pt modelId="{3378893F-0227-4C99-A5BE-F0441622DD25}">
      <dgm:prSet phldrT="[Text]" custT="1"/>
      <dgm:spPr/>
      <dgm:t>
        <a:bodyPr/>
        <a:lstStyle/>
        <a:p>
          <a:r>
            <a:rPr lang="en-US" sz="1000" b="1" dirty="0">
              <a:latin typeface="Yu Gothic" panose="020B0400000000000000" pitchFamily="34" charset="-128"/>
              <a:ea typeface="Yu Gothic" panose="020B0400000000000000" pitchFamily="34" charset="-128"/>
            </a:rPr>
            <a:t>SVP</a:t>
          </a:r>
        </a:p>
      </dgm:t>
    </dgm:pt>
    <dgm:pt modelId="{62ED3618-186A-4AE5-A334-6262FBDBD773}" type="parTrans" cxnId="{57F60A10-B627-4F4E-B804-B3BDB70D88E9}">
      <dgm:prSet/>
      <dgm:spPr/>
      <dgm:t>
        <a:bodyPr/>
        <a:lstStyle/>
        <a:p>
          <a:endParaRPr lang="en-IN" sz="1000">
            <a:latin typeface="Yu Gothic" panose="020B0400000000000000" pitchFamily="34" charset="-128"/>
            <a:ea typeface="Yu Gothic" panose="020B0400000000000000" pitchFamily="34" charset="-128"/>
          </a:endParaRPr>
        </a:p>
      </dgm:t>
    </dgm:pt>
    <dgm:pt modelId="{CCBAFD97-4529-461C-9401-5C21022322F0}" type="sibTrans" cxnId="{57F60A10-B627-4F4E-B804-B3BDB70D88E9}">
      <dgm:prSet/>
      <dgm:spPr/>
      <dgm:t>
        <a:bodyPr/>
        <a:lstStyle/>
        <a:p>
          <a:endParaRPr lang="en-IN"/>
        </a:p>
      </dgm:t>
    </dgm:pt>
    <dgm:pt modelId="{728CB894-4164-4F00-A408-6FBB55E5F39A}">
      <dgm:prSet custT="1"/>
      <dgm:spPr/>
      <dgm:t>
        <a:bodyPr/>
        <a:lstStyle/>
        <a:p>
          <a:r>
            <a:rPr lang="en-US" sz="1000" b="1">
              <a:latin typeface="Yu Gothic" panose="020B0400000000000000" pitchFamily="34" charset="-128"/>
              <a:ea typeface="Yu Gothic" panose="020B0400000000000000" pitchFamily="34" charset="-128"/>
            </a:rPr>
            <a:t>Vulnerability Management</a:t>
          </a:r>
          <a:endParaRPr lang="en-US" sz="1000" b="1" dirty="0">
            <a:latin typeface="Yu Gothic" panose="020B0400000000000000" pitchFamily="34" charset="-128"/>
            <a:ea typeface="Yu Gothic" panose="020B0400000000000000" pitchFamily="34" charset="-128"/>
          </a:endParaRPr>
        </a:p>
      </dgm:t>
    </dgm:pt>
    <dgm:pt modelId="{7A7695DF-2B28-404E-9784-91A1EA326978}" type="parTrans" cxnId="{DB8823F9-F1A1-4721-BFBB-8B76625BCB5C}">
      <dgm:prSet/>
      <dgm:spPr/>
      <dgm:t>
        <a:bodyPr/>
        <a:lstStyle/>
        <a:p>
          <a:endParaRPr lang="en-IN" sz="1000">
            <a:latin typeface="Yu Gothic" panose="020B0400000000000000" pitchFamily="34" charset="-128"/>
            <a:ea typeface="Yu Gothic" panose="020B0400000000000000" pitchFamily="34" charset="-128"/>
          </a:endParaRPr>
        </a:p>
      </dgm:t>
    </dgm:pt>
    <dgm:pt modelId="{B456C597-77EF-44A9-BE78-7B938D66A3D2}" type="sibTrans" cxnId="{DB8823F9-F1A1-4721-BFBB-8B76625BCB5C}">
      <dgm:prSet/>
      <dgm:spPr/>
      <dgm:t>
        <a:bodyPr/>
        <a:lstStyle/>
        <a:p>
          <a:endParaRPr lang="en-IN"/>
        </a:p>
      </dgm:t>
    </dgm:pt>
    <dgm:pt modelId="{B1D76931-B2AB-4E2B-A7B7-0CFC65386E2C}">
      <dgm:prSet custT="1"/>
      <dgm:spPr/>
      <dgm:t>
        <a:bodyPr/>
        <a:lstStyle/>
        <a:p>
          <a:r>
            <a:rPr lang="en-US" sz="1000" b="1">
              <a:latin typeface="Yu Gothic" panose="020B0400000000000000" pitchFamily="34" charset="-128"/>
              <a:ea typeface="Yu Gothic" panose="020B0400000000000000" pitchFamily="34" charset="-128"/>
            </a:rPr>
            <a:t>Malware Analysis</a:t>
          </a:r>
          <a:endParaRPr lang="en-US" sz="1000" b="1" dirty="0">
            <a:latin typeface="Yu Gothic" panose="020B0400000000000000" pitchFamily="34" charset="-128"/>
            <a:ea typeface="Yu Gothic" panose="020B0400000000000000" pitchFamily="34" charset="-128"/>
          </a:endParaRPr>
        </a:p>
      </dgm:t>
    </dgm:pt>
    <dgm:pt modelId="{180E3A64-01C7-4104-8C89-A252D103BCDA}" type="parTrans" cxnId="{1F32C813-9B81-4FC1-80A0-80097B0133FC}">
      <dgm:prSet/>
      <dgm:spPr/>
      <dgm:t>
        <a:bodyPr/>
        <a:lstStyle/>
        <a:p>
          <a:endParaRPr lang="en-IN" sz="1000">
            <a:latin typeface="Yu Gothic" panose="020B0400000000000000" pitchFamily="34" charset="-128"/>
            <a:ea typeface="Yu Gothic" panose="020B0400000000000000" pitchFamily="34" charset="-128"/>
          </a:endParaRPr>
        </a:p>
      </dgm:t>
    </dgm:pt>
    <dgm:pt modelId="{2EAE0D28-58EF-4097-9EF6-FCAAACEA3A3E}" type="sibTrans" cxnId="{1F32C813-9B81-4FC1-80A0-80097B0133FC}">
      <dgm:prSet/>
      <dgm:spPr/>
      <dgm:t>
        <a:bodyPr/>
        <a:lstStyle/>
        <a:p>
          <a:endParaRPr lang="en-IN"/>
        </a:p>
      </dgm:t>
    </dgm:pt>
    <dgm:pt modelId="{42978307-697D-497A-A2C6-5CE28D391200}">
      <dgm:prSet custT="1"/>
      <dgm:spPr/>
      <dgm:t>
        <a:bodyPr/>
        <a:lstStyle/>
        <a:p>
          <a:r>
            <a:rPr lang="en-US" sz="1000" b="1" dirty="0">
              <a:latin typeface="Yu Gothic" panose="020B0400000000000000" pitchFamily="34" charset="-128"/>
              <a:ea typeface="Yu Gothic" panose="020B0400000000000000" pitchFamily="34" charset="-128"/>
            </a:rPr>
            <a:t>Reporting</a:t>
          </a:r>
        </a:p>
      </dgm:t>
    </dgm:pt>
    <dgm:pt modelId="{8289592A-2799-48BF-943A-ECD5E2D454F4}" type="parTrans" cxnId="{C3C54F3B-9589-4255-AAEA-D197D66783F6}">
      <dgm:prSet/>
      <dgm:spPr/>
      <dgm:t>
        <a:bodyPr/>
        <a:lstStyle/>
        <a:p>
          <a:endParaRPr lang="en-IN" sz="1000">
            <a:latin typeface="Yu Gothic" panose="020B0400000000000000" pitchFamily="34" charset="-128"/>
            <a:ea typeface="Yu Gothic" panose="020B0400000000000000" pitchFamily="34" charset="-128"/>
          </a:endParaRPr>
        </a:p>
      </dgm:t>
    </dgm:pt>
    <dgm:pt modelId="{E8C65E9B-7577-49F6-9D17-BE7135BDECB7}" type="sibTrans" cxnId="{C3C54F3B-9589-4255-AAEA-D197D66783F6}">
      <dgm:prSet/>
      <dgm:spPr/>
      <dgm:t>
        <a:bodyPr/>
        <a:lstStyle/>
        <a:p>
          <a:endParaRPr lang="en-IN"/>
        </a:p>
      </dgm:t>
    </dgm:pt>
    <dgm:pt modelId="{A3C8EDD9-69FA-45FB-9865-E3F14EB0454F}">
      <dgm:prSet custT="1"/>
      <dgm:spPr/>
      <dgm:t>
        <a:bodyPr/>
        <a:lstStyle/>
        <a:p>
          <a:r>
            <a:rPr lang="en-US" sz="1000" b="1">
              <a:latin typeface="Yu Gothic" panose="020B0400000000000000" pitchFamily="34" charset="-128"/>
              <a:ea typeface="Yu Gothic" panose="020B0400000000000000" pitchFamily="34" charset="-128"/>
            </a:rPr>
            <a:t>SOC L2</a:t>
          </a:r>
          <a:endParaRPr lang="en-US" sz="1000" b="1" dirty="0">
            <a:latin typeface="Yu Gothic" panose="020B0400000000000000" pitchFamily="34" charset="-128"/>
            <a:ea typeface="Yu Gothic" panose="020B0400000000000000" pitchFamily="34" charset="-128"/>
          </a:endParaRPr>
        </a:p>
      </dgm:t>
    </dgm:pt>
    <dgm:pt modelId="{E6E5B594-5BCC-4B26-A0E4-91E049B64B58}" type="parTrans" cxnId="{B87D7930-75AB-4F41-BC93-ED0767156877}">
      <dgm:prSet/>
      <dgm:spPr/>
      <dgm:t>
        <a:bodyPr/>
        <a:lstStyle/>
        <a:p>
          <a:endParaRPr lang="en-IN" sz="1000">
            <a:latin typeface="Yu Gothic" panose="020B0400000000000000" pitchFamily="34" charset="-128"/>
            <a:ea typeface="Yu Gothic" panose="020B0400000000000000" pitchFamily="34" charset="-128"/>
          </a:endParaRPr>
        </a:p>
      </dgm:t>
    </dgm:pt>
    <dgm:pt modelId="{287A3BC8-8FE9-4FF2-BC6C-5ECF9A80AFD1}" type="sibTrans" cxnId="{B87D7930-75AB-4F41-BC93-ED0767156877}">
      <dgm:prSet/>
      <dgm:spPr/>
      <dgm:t>
        <a:bodyPr/>
        <a:lstStyle/>
        <a:p>
          <a:endParaRPr lang="en-IN"/>
        </a:p>
      </dgm:t>
    </dgm:pt>
    <dgm:pt modelId="{100B635B-19F5-4D0B-968E-84F6A4C87516}">
      <dgm:prSet custT="1"/>
      <dgm:spPr/>
      <dgm:t>
        <a:bodyPr/>
        <a:lstStyle/>
        <a:p>
          <a:r>
            <a:rPr lang="en-US" sz="1000" b="1" dirty="0">
              <a:latin typeface="Yu Gothic" panose="020B0400000000000000" pitchFamily="34" charset="-128"/>
              <a:ea typeface="Yu Gothic" panose="020B0400000000000000" pitchFamily="34" charset="-128"/>
            </a:rPr>
            <a:t>SOC L3</a:t>
          </a:r>
        </a:p>
      </dgm:t>
    </dgm:pt>
    <dgm:pt modelId="{E3E74F59-3F0E-4EEF-A95D-26F6D28620C6}" type="parTrans" cxnId="{1B82A02C-9851-43EE-9659-9A3FD6339739}">
      <dgm:prSet/>
      <dgm:spPr/>
      <dgm:t>
        <a:bodyPr/>
        <a:lstStyle/>
        <a:p>
          <a:endParaRPr lang="en-IN" sz="1000">
            <a:latin typeface="Yu Gothic" panose="020B0400000000000000" pitchFamily="34" charset="-128"/>
            <a:ea typeface="Yu Gothic" panose="020B0400000000000000" pitchFamily="34" charset="-128"/>
          </a:endParaRPr>
        </a:p>
      </dgm:t>
    </dgm:pt>
    <dgm:pt modelId="{387CCA68-5A55-4134-AB70-229CC5D1F99B}" type="sibTrans" cxnId="{1B82A02C-9851-43EE-9659-9A3FD6339739}">
      <dgm:prSet/>
      <dgm:spPr/>
      <dgm:t>
        <a:bodyPr/>
        <a:lstStyle/>
        <a:p>
          <a:endParaRPr lang="en-IN"/>
        </a:p>
      </dgm:t>
    </dgm:pt>
    <dgm:pt modelId="{DA082FC6-CEB7-4C28-BE1C-7A07147C0630}">
      <dgm:prSet phldrT="[Text]" custT="1"/>
      <dgm:spPr/>
      <dgm:t>
        <a:bodyPr/>
        <a:lstStyle/>
        <a:p>
          <a:r>
            <a:rPr lang="en-US" sz="1000" b="1">
              <a:latin typeface="Yu Gothic" panose="020B0400000000000000" pitchFamily="34" charset="-128"/>
              <a:ea typeface="Yu Gothic" panose="020B0400000000000000" pitchFamily="34" charset="-128"/>
            </a:rPr>
            <a:t>Threat Intelligence Manager</a:t>
          </a:r>
          <a:endParaRPr lang="en-US" sz="1000" b="1" dirty="0">
            <a:latin typeface="Yu Gothic" panose="020B0400000000000000" pitchFamily="34" charset="-128"/>
            <a:ea typeface="Yu Gothic" panose="020B0400000000000000" pitchFamily="34" charset="-128"/>
          </a:endParaRPr>
        </a:p>
      </dgm:t>
    </dgm:pt>
    <dgm:pt modelId="{DADE5634-0EE2-4932-ADF3-762CAB7A1BC9}" type="parTrans" cxnId="{2A6669AA-D969-419E-A96C-4E19A882A550}">
      <dgm:prSet/>
      <dgm:spPr/>
      <dgm:t>
        <a:bodyPr/>
        <a:lstStyle/>
        <a:p>
          <a:endParaRPr lang="en-IN" sz="1000">
            <a:latin typeface="Yu Gothic" panose="020B0400000000000000" pitchFamily="34" charset="-128"/>
            <a:ea typeface="Yu Gothic" panose="020B0400000000000000" pitchFamily="34" charset="-128"/>
          </a:endParaRPr>
        </a:p>
      </dgm:t>
    </dgm:pt>
    <dgm:pt modelId="{1D990E49-68AA-4DA1-9A8C-4442DB9BE831}" type="sibTrans" cxnId="{2A6669AA-D969-419E-A96C-4E19A882A550}">
      <dgm:prSet/>
      <dgm:spPr/>
      <dgm:t>
        <a:bodyPr/>
        <a:lstStyle/>
        <a:p>
          <a:endParaRPr lang="en-IN"/>
        </a:p>
      </dgm:t>
    </dgm:pt>
    <dgm:pt modelId="{52E3AA67-0314-4E1D-9E8D-AA6105685884}">
      <dgm:prSet custT="1"/>
      <dgm:spPr/>
      <dgm:t>
        <a:bodyPr/>
        <a:lstStyle/>
        <a:p>
          <a:r>
            <a:rPr lang="en-US" sz="1000" b="1" dirty="0">
              <a:latin typeface="Yu Gothic" panose="020B0400000000000000" pitchFamily="34" charset="-128"/>
              <a:ea typeface="Yu Gothic" panose="020B0400000000000000" pitchFamily="34" charset="-128"/>
            </a:rPr>
            <a:t>Enterprise Architect</a:t>
          </a:r>
        </a:p>
      </dgm:t>
    </dgm:pt>
    <dgm:pt modelId="{FBCFE6F2-BECD-4C21-AAF5-9F706C541651}" type="parTrans" cxnId="{82023F4B-F46C-4389-9CBF-F346ACC24F0C}">
      <dgm:prSet/>
      <dgm:spPr/>
      <dgm:t>
        <a:bodyPr/>
        <a:lstStyle/>
        <a:p>
          <a:endParaRPr lang="en-IN" sz="1000">
            <a:latin typeface="Yu Gothic" panose="020B0400000000000000" pitchFamily="34" charset="-128"/>
            <a:ea typeface="Yu Gothic" panose="020B0400000000000000" pitchFamily="34" charset="-128"/>
          </a:endParaRPr>
        </a:p>
      </dgm:t>
    </dgm:pt>
    <dgm:pt modelId="{2CB51283-409C-4D72-A17C-478D108EC8B7}" type="sibTrans" cxnId="{82023F4B-F46C-4389-9CBF-F346ACC24F0C}">
      <dgm:prSet/>
      <dgm:spPr/>
      <dgm:t>
        <a:bodyPr/>
        <a:lstStyle/>
        <a:p>
          <a:endParaRPr lang="en-IN"/>
        </a:p>
      </dgm:t>
    </dgm:pt>
    <dgm:pt modelId="{33E9EE16-10F1-4A31-BCE8-5229263D756D}">
      <dgm:prSet custT="1"/>
      <dgm:spPr/>
      <dgm:t>
        <a:bodyPr/>
        <a:lstStyle/>
        <a:p>
          <a:r>
            <a:rPr lang="en-US" sz="1000" b="1" dirty="0">
              <a:latin typeface="Yu Gothic" panose="020B0400000000000000" pitchFamily="34" charset="-128"/>
              <a:ea typeface="Yu Gothic" panose="020B0400000000000000" pitchFamily="34" charset="-128"/>
            </a:rPr>
            <a:t>Cloud Architect</a:t>
          </a:r>
          <a:endParaRPr lang="en-IN" sz="1000">
            <a:latin typeface="Yu Gothic" panose="020B0400000000000000" pitchFamily="34" charset="-128"/>
            <a:ea typeface="Yu Gothic" panose="020B0400000000000000" pitchFamily="34" charset="-128"/>
          </a:endParaRPr>
        </a:p>
      </dgm:t>
    </dgm:pt>
    <dgm:pt modelId="{8E212715-1532-449B-8DE2-B733A01EAD42}" type="parTrans" cxnId="{F6AF4B67-C43D-4160-A610-565AB36A93C2}">
      <dgm:prSet/>
      <dgm:spPr/>
      <dgm:t>
        <a:bodyPr/>
        <a:lstStyle/>
        <a:p>
          <a:endParaRPr lang="en-IN" sz="1000">
            <a:latin typeface="Yu Gothic" panose="020B0400000000000000" pitchFamily="34" charset="-128"/>
            <a:ea typeface="Yu Gothic" panose="020B0400000000000000" pitchFamily="34" charset="-128"/>
          </a:endParaRPr>
        </a:p>
      </dgm:t>
    </dgm:pt>
    <dgm:pt modelId="{D1902289-4796-4D41-A51E-C858A0AAF829}" type="sibTrans" cxnId="{F6AF4B67-C43D-4160-A610-565AB36A93C2}">
      <dgm:prSet/>
      <dgm:spPr/>
      <dgm:t>
        <a:bodyPr/>
        <a:lstStyle/>
        <a:p>
          <a:endParaRPr lang="en-IN"/>
        </a:p>
      </dgm:t>
    </dgm:pt>
    <dgm:pt modelId="{FD232244-93C4-4CB9-BC2D-C0EABD980E71}">
      <dgm:prSet phldrT="[Text]" custT="1"/>
      <dgm:spPr/>
      <dgm:t>
        <a:bodyPr/>
        <a:lstStyle/>
        <a:p>
          <a:r>
            <a:rPr lang="en-US" sz="1000" b="1" dirty="0">
              <a:latin typeface="Yu Gothic" panose="020B0400000000000000" pitchFamily="34" charset="-128"/>
              <a:ea typeface="Yu Gothic" panose="020B0400000000000000" pitchFamily="34" charset="-128"/>
            </a:rPr>
            <a:t>Red Team Manager</a:t>
          </a:r>
        </a:p>
      </dgm:t>
    </dgm:pt>
    <dgm:pt modelId="{ECB58212-B05A-433B-BF12-E4200185A503}" type="parTrans" cxnId="{F6AC2AA1-2216-4749-8310-6C6E7B76DE1F}">
      <dgm:prSet/>
      <dgm:spPr/>
      <dgm:t>
        <a:bodyPr/>
        <a:lstStyle/>
        <a:p>
          <a:endParaRPr lang="en-IN" sz="1000">
            <a:latin typeface="Yu Gothic" panose="020B0400000000000000" pitchFamily="34" charset="-128"/>
            <a:ea typeface="Yu Gothic" panose="020B0400000000000000" pitchFamily="34" charset="-128"/>
          </a:endParaRPr>
        </a:p>
      </dgm:t>
    </dgm:pt>
    <dgm:pt modelId="{1D88A1D5-D171-45BB-8DEE-A7140697DC14}" type="sibTrans" cxnId="{F6AC2AA1-2216-4749-8310-6C6E7B76DE1F}">
      <dgm:prSet/>
      <dgm:spPr/>
      <dgm:t>
        <a:bodyPr/>
        <a:lstStyle/>
        <a:p>
          <a:endParaRPr lang="en-IN"/>
        </a:p>
      </dgm:t>
    </dgm:pt>
    <dgm:pt modelId="{E99D9F2F-82CE-4442-8CCB-D45C4087EC29}">
      <dgm:prSet custT="1"/>
      <dgm:spPr/>
      <dgm:t>
        <a:bodyPr/>
        <a:lstStyle/>
        <a:p>
          <a:r>
            <a:rPr lang="en-US" sz="1000" b="1" dirty="0">
              <a:latin typeface="Yu Gothic" panose="020B0400000000000000" pitchFamily="34" charset="-128"/>
              <a:ea typeface="Yu Gothic" panose="020B0400000000000000" pitchFamily="34" charset="-128"/>
            </a:rPr>
            <a:t>Pentest L1</a:t>
          </a:r>
        </a:p>
      </dgm:t>
    </dgm:pt>
    <dgm:pt modelId="{81D0565B-0100-45D4-A549-54685C93E51B}" type="parTrans" cxnId="{3FC0DD4F-9563-410F-AA2E-301BCB8C0B77}">
      <dgm:prSet/>
      <dgm:spPr/>
      <dgm:t>
        <a:bodyPr/>
        <a:lstStyle/>
        <a:p>
          <a:endParaRPr lang="en-IN" sz="1000">
            <a:latin typeface="Yu Gothic" panose="020B0400000000000000" pitchFamily="34" charset="-128"/>
            <a:ea typeface="Yu Gothic" panose="020B0400000000000000" pitchFamily="34" charset="-128"/>
          </a:endParaRPr>
        </a:p>
      </dgm:t>
    </dgm:pt>
    <dgm:pt modelId="{9B869A10-D3A9-4646-A49B-15287226CDBC}" type="sibTrans" cxnId="{3FC0DD4F-9563-410F-AA2E-301BCB8C0B77}">
      <dgm:prSet/>
      <dgm:spPr/>
      <dgm:t>
        <a:bodyPr/>
        <a:lstStyle/>
        <a:p>
          <a:endParaRPr lang="en-IN"/>
        </a:p>
      </dgm:t>
    </dgm:pt>
    <dgm:pt modelId="{85099202-FE47-440D-A5C6-14F1747DF216}">
      <dgm:prSet custT="1"/>
      <dgm:spPr/>
      <dgm:t>
        <a:bodyPr/>
        <a:lstStyle/>
        <a:p>
          <a:r>
            <a:rPr lang="en-US" sz="1000" b="1" dirty="0">
              <a:latin typeface="Yu Gothic" panose="020B0400000000000000" pitchFamily="34" charset="-128"/>
              <a:ea typeface="Yu Gothic" panose="020B0400000000000000" pitchFamily="34" charset="-128"/>
            </a:rPr>
            <a:t>PenTest L2</a:t>
          </a:r>
        </a:p>
      </dgm:t>
    </dgm:pt>
    <dgm:pt modelId="{EB91BF2D-DC25-4A75-88EA-549D335414B6}" type="parTrans" cxnId="{4BB89DC9-2059-421D-8FD7-EB1462E6B1FA}">
      <dgm:prSet/>
      <dgm:spPr/>
      <dgm:t>
        <a:bodyPr/>
        <a:lstStyle/>
        <a:p>
          <a:endParaRPr lang="en-IN" sz="1000">
            <a:latin typeface="Yu Gothic" panose="020B0400000000000000" pitchFamily="34" charset="-128"/>
            <a:ea typeface="Yu Gothic" panose="020B0400000000000000" pitchFamily="34" charset="-128"/>
          </a:endParaRPr>
        </a:p>
      </dgm:t>
    </dgm:pt>
    <dgm:pt modelId="{CB63EAB7-BCA9-452E-9BCF-71ADF9CAEBB4}" type="sibTrans" cxnId="{4BB89DC9-2059-421D-8FD7-EB1462E6B1FA}">
      <dgm:prSet/>
      <dgm:spPr/>
      <dgm:t>
        <a:bodyPr/>
        <a:lstStyle/>
        <a:p>
          <a:endParaRPr lang="en-IN"/>
        </a:p>
      </dgm:t>
    </dgm:pt>
    <dgm:pt modelId="{AEBE8411-CD69-4CF5-91CE-3D28B6A425C5}">
      <dgm:prSet custT="1"/>
      <dgm:spPr/>
      <dgm:t>
        <a:bodyPr/>
        <a:lstStyle/>
        <a:p>
          <a:r>
            <a:rPr lang="en-US" sz="1000" b="1">
              <a:latin typeface="Yu Gothic" panose="020B0400000000000000" pitchFamily="34" charset="-128"/>
              <a:ea typeface="Yu Gothic" panose="020B0400000000000000" pitchFamily="34" charset="-128"/>
            </a:rPr>
            <a:t>PenTest L3</a:t>
          </a:r>
          <a:endParaRPr lang="en-US" sz="1000" b="1" dirty="0">
            <a:latin typeface="Yu Gothic" panose="020B0400000000000000" pitchFamily="34" charset="-128"/>
            <a:ea typeface="Yu Gothic" panose="020B0400000000000000" pitchFamily="34" charset="-128"/>
          </a:endParaRPr>
        </a:p>
      </dgm:t>
    </dgm:pt>
    <dgm:pt modelId="{C8D74D91-7A33-4B93-AE2F-283961CDA5B5}" type="parTrans" cxnId="{24A52EB1-0EF3-406E-A841-87EB74DFEF4C}">
      <dgm:prSet/>
      <dgm:spPr/>
      <dgm:t>
        <a:bodyPr/>
        <a:lstStyle/>
        <a:p>
          <a:endParaRPr lang="en-IN" sz="1000">
            <a:latin typeface="Yu Gothic" panose="020B0400000000000000" pitchFamily="34" charset="-128"/>
            <a:ea typeface="Yu Gothic" panose="020B0400000000000000" pitchFamily="34" charset="-128"/>
          </a:endParaRPr>
        </a:p>
      </dgm:t>
    </dgm:pt>
    <dgm:pt modelId="{EA58687B-4355-4920-8B4C-B88C2EB3083B}" type="sibTrans" cxnId="{24A52EB1-0EF3-406E-A841-87EB74DFEF4C}">
      <dgm:prSet/>
      <dgm:spPr/>
      <dgm:t>
        <a:bodyPr/>
        <a:lstStyle/>
        <a:p>
          <a:endParaRPr lang="en-IN"/>
        </a:p>
      </dgm:t>
    </dgm:pt>
    <dgm:pt modelId="{836C9FC2-51A3-4427-8697-35C848E7F84A}" type="pres">
      <dgm:prSet presAssocID="{9EFAFD96-3601-4F17-BB82-DBBBA6C512D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34DF935-AD38-4E5D-A967-7FDB28EC9F2D}" type="pres">
      <dgm:prSet presAssocID="{19599602-9E94-449B-AE02-46C30491E28C}" presName="hierRoot1" presStyleCnt="0">
        <dgm:presLayoutVars>
          <dgm:hierBranch val="init"/>
        </dgm:presLayoutVars>
      </dgm:prSet>
      <dgm:spPr/>
    </dgm:pt>
    <dgm:pt modelId="{AD200AEA-24F6-4D77-BFA4-FA5AFB28AEB5}" type="pres">
      <dgm:prSet presAssocID="{19599602-9E94-449B-AE02-46C30491E28C}" presName="rootComposite1" presStyleCnt="0"/>
      <dgm:spPr/>
    </dgm:pt>
    <dgm:pt modelId="{B7C14D76-6742-4124-BE7A-E0EA17651035}" type="pres">
      <dgm:prSet presAssocID="{19599602-9E94-449B-AE02-46C30491E28C}" presName="rootText1" presStyleLbl="node0" presStyleIdx="0" presStyleCnt="1">
        <dgm:presLayoutVars>
          <dgm:chPref val="3"/>
        </dgm:presLayoutVars>
      </dgm:prSet>
      <dgm:spPr/>
    </dgm:pt>
    <dgm:pt modelId="{8D28CFAA-9BFD-4CE8-A675-73FF6D3D89A3}" type="pres">
      <dgm:prSet presAssocID="{19599602-9E94-449B-AE02-46C30491E28C}" presName="rootConnector1" presStyleLbl="node1" presStyleIdx="0" presStyleCnt="0"/>
      <dgm:spPr/>
    </dgm:pt>
    <dgm:pt modelId="{9870D3D3-43AE-45C7-A422-1257B43F17E2}" type="pres">
      <dgm:prSet presAssocID="{19599602-9E94-449B-AE02-46C30491E28C}" presName="hierChild2" presStyleCnt="0"/>
      <dgm:spPr/>
    </dgm:pt>
    <dgm:pt modelId="{BCA6CD22-DEA4-4281-88A6-F7F49407A08F}" type="pres">
      <dgm:prSet presAssocID="{6F5CF077-1342-46A1-93F1-68D7723F3F8C}" presName="Name37" presStyleLbl="parChTrans1D2" presStyleIdx="0" presStyleCnt="3"/>
      <dgm:spPr/>
    </dgm:pt>
    <dgm:pt modelId="{EF3B73B2-28A6-488D-AFB3-57563C8FEA84}" type="pres">
      <dgm:prSet presAssocID="{6FD54DCC-0420-4B69-949E-C600DAC3EA80}" presName="hierRoot2" presStyleCnt="0">
        <dgm:presLayoutVars>
          <dgm:hierBranch val="init"/>
        </dgm:presLayoutVars>
      </dgm:prSet>
      <dgm:spPr/>
    </dgm:pt>
    <dgm:pt modelId="{74F99ACC-5C2C-43DA-AD44-E4391CC491A0}" type="pres">
      <dgm:prSet presAssocID="{6FD54DCC-0420-4B69-949E-C600DAC3EA80}" presName="rootComposite" presStyleCnt="0"/>
      <dgm:spPr/>
    </dgm:pt>
    <dgm:pt modelId="{34D6F5C0-666D-47B1-A327-2BB53F029F0C}" type="pres">
      <dgm:prSet presAssocID="{6FD54DCC-0420-4B69-949E-C600DAC3EA80}" presName="rootText" presStyleLbl="node2" presStyleIdx="0" presStyleCnt="3">
        <dgm:presLayoutVars>
          <dgm:chPref val="3"/>
        </dgm:presLayoutVars>
      </dgm:prSet>
      <dgm:spPr/>
    </dgm:pt>
    <dgm:pt modelId="{DE3FE7A0-9AAB-47C3-97BB-02A5DB80D4F2}" type="pres">
      <dgm:prSet presAssocID="{6FD54DCC-0420-4B69-949E-C600DAC3EA80}" presName="rootConnector" presStyleLbl="node2" presStyleIdx="0" presStyleCnt="3"/>
      <dgm:spPr/>
    </dgm:pt>
    <dgm:pt modelId="{BC8B0148-730F-4C2E-B3DF-717272C6E7BF}" type="pres">
      <dgm:prSet presAssocID="{6FD54DCC-0420-4B69-949E-C600DAC3EA80}" presName="hierChild4" presStyleCnt="0"/>
      <dgm:spPr/>
    </dgm:pt>
    <dgm:pt modelId="{E6BFFAF9-CD7F-45B9-A5A5-E5A2A0CC0DA0}" type="pres">
      <dgm:prSet presAssocID="{ECB58212-B05A-433B-BF12-E4200185A503}" presName="Name37" presStyleLbl="parChTrans1D3" presStyleIdx="0" presStyleCnt="7"/>
      <dgm:spPr/>
    </dgm:pt>
    <dgm:pt modelId="{00B830E8-D1E9-4E9C-B714-BF5D5F38398E}" type="pres">
      <dgm:prSet presAssocID="{FD232244-93C4-4CB9-BC2D-C0EABD980E71}" presName="hierRoot2" presStyleCnt="0">
        <dgm:presLayoutVars>
          <dgm:hierBranch val="init"/>
        </dgm:presLayoutVars>
      </dgm:prSet>
      <dgm:spPr/>
    </dgm:pt>
    <dgm:pt modelId="{E5F7732C-7971-4AE3-8CA5-C0D707A26B67}" type="pres">
      <dgm:prSet presAssocID="{FD232244-93C4-4CB9-BC2D-C0EABD980E71}" presName="rootComposite" presStyleCnt="0"/>
      <dgm:spPr/>
    </dgm:pt>
    <dgm:pt modelId="{B0E82138-2523-40D4-B852-EE2D173850D4}" type="pres">
      <dgm:prSet presAssocID="{FD232244-93C4-4CB9-BC2D-C0EABD980E71}" presName="rootText" presStyleLbl="node3" presStyleIdx="0" presStyleCnt="7">
        <dgm:presLayoutVars>
          <dgm:chPref val="3"/>
        </dgm:presLayoutVars>
      </dgm:prSet>
      <dgm:spPr/>
    </dgm:pt>
    <dgm:pt modelId="{2E94A441-8DB6-42FE-B080-B3DA4F8B5A64}" type="pres">
      <dgm:prSet presAssocID="{FD232244-93C4-4CB9-BC2D-C0EABD980E71}" presName="rootConnector" presStyleLbl="node3" presStyleIdx="0" presStyleCnt="7"/>
      <dgm:spPr/>
    </dgm:pt>
    <dgm:pt modelId="{8D811494-05DB-4CC6-A87B-4922CEA47274}" type="pres">
      <dgm:prSet presAssocID="{FD232244-93C4-4CB9-BC2D-C0EABD980E71}" presName="hierChild4" presStyleCnt="0"/>
      <dgm:spPr/>
    </dgm:pt>
    <dgm:pt modelId="{454CEA47-053A-4EE7-A43F-56B9CE3EAB29}" type="pres">
      <dgm:prSet presAssocID="{81D0565B-0100-45D4-A549-54685C93E51B}" presName="Name37" presStyleLbl="parChTrans1D4" presStyleIdx="0" presStyleCnt="11"/>
      <dgm:spPr/>
    </dgm:pt>
    <dgm:pt modelId="{ACD303BC-04FB-4A15-9DFA-2A77EFA32C7C}" type="pres">
      <dgm:prSet presAssocID="{E99D9F2F-82CE-4442-8CCB-D45C4087EC29}" presName="hierRoot2" presStyleCnt="0">
        <dgm:presLayoutVars>
          <dgm:hierBranch val="init"/>
        </dgm:presLayoutVars>
      </dgm:prSet>
      <dgm:spPr/>
    </dgm:pt>
    <dgm:pt modelId="{7D4843AF-3683-4021-8C1F-F4638AEC27B3}" type="pres">
      <dgm:prSet presAssocID="{E99D9F2F-82CE-4442-8CCB-D45C4087EC29}" presName="rootComposite" presStyleCnt="0"/>
      <dgm:spPr/>
    </dgm:pt>
    <dgm:pt modelId="{BE68B01C-A925-4816-9E55-A70DA214B70D}" type="pres">
      <dgm:prSet presAssocID="{E99D9F2F-82CE-4442-8CCB-D45C4087EC29}" presName="rootText" presStyleLbl="node4" presStyleIdx="0" presStyleCnt="11">
        <dgm:presLayoutVars>
          <dgm:chPref val="3"/>
        </dgm:presLayoutVars>
      </dgm:prSet>
      <dgm:spPr/>
    </dgm:pt>
    <dgm:pt modelId="{AEB3F909-62FF-4EBC-87AF-168DB03F461D}" type="pres">
      <dgm:prSet presAssocID="{E99D9F2F-82CE-4442-8CCB-D45C4087EC29}" presName="rootConnector" presStyleLbl="node4" presStyleIdx="0" presStyleCnt="11"/>
      <dgm:spPr/>
    </dgm:pt>
    <dgm:pt modelId="{BC6A750D-8C10-4ACB-97D6-58599F6483F2}" type="pres">
      <dgm:prSet presAssocID="{E99D9F2F-82CE-4442-8CCB-D45C4087EC29}" presName="hierChild4" presStyleCnt="0"/>
      <dgm:spPr/>
    </dgm:pt>
    <dgm:pt modelId="{892E88DF-94A8-4FD2-8C22-D65D48E6DFD4}" type="pres">
      <dgm:prSet presAssocID="{E99D9F2F-82CE-4442-8CCB-D45C4087EC29}" presName="hierChild5" presStyleCnt="0"/>
      <dgm:spPr/>
    </dgm:pt>
    <dgm:pt modelId="{F43AFF53-ACB7-4637-8442-3D7AAEF34C79}" type="pres">
      <dgm:prSet presAssocID="{EB91BF2D-DC25-4A75-88EA-549D335414B6}" presName="Name37" presStyleLbl="parChTrans1D4" presStyleIdx="1" presStyleCnt="11"/>
      <dgm:spPr/>
    </dgm:pt>
    <dgm:pt modelId="{35D4C20E-0EB8-49EE-9DD1-2A24DDD267BD}" type="pres">
      <dgm:prSet presAssocID="{85099202-FE47-440D-A5C6-14F1747DF216}" presName="hierRoot2" presStyleCnt="0">
        <dgm:presLayoutVars>
          <dgm:hierBranch val="init"/>
        </dgm:presLayoutVars>
      </dgm:prSet>
      <dgm:spPr/>
    </dgm:pt>
    <dgm:pt modelId="{B181C58E-6837-4599-ABD7-D1D3B4223220}" type="pres">
      <dgm:prSet presAssocID="{85099202-FE47-440D-A5C6-14F1747DF216}" presName="rootComposite" presStyleCnt="0"/>
      <dgm:spPr/>
    </dgm:pt>
    <dgm:pt modelId="{24B2FC4D-5281-4427-A3B1-BE96F2144E1D}" type="pres">
      <dgm:prSet presAssocID="{85099202-FE47-440D-A5C6-14F1747DF216}" presName="rootText" presStyleLbl="node4" presStyleIdx="1" presStyleCnt="11">
        <dgm:presLayoutVars>
          <dgm:chPref val="3"/>
        </dgm:presLayoutVars>
      </dgm:prSet>
      <dgm:spPr/>
    </dgm:pt>
    <dgm:pt modelId="{57D95E37-AD4D-457D-9FFC-7BB52DB54A0C}" type="pres">
      <dgm:prSet presAssocID="{85099202-FE47-440D-A5C6-14F1747DF216}" presName="rootConnector" presStyleLbl="node4" presStyleIdx="1" presStyleCnt="11"/>
      <dgm:spPr/>
    </dgm:pt>
    <dgm:pt modelId="{640CD733-2C92-4DD8-B04D-2E0C98DF3A91}" type="pres">
      <dgm:prSet presAssocID="{85099202-FE47-440D-A5C6-14F1747DF216}" presName="hierChild4" presStyleCnt="0"/>
      <dgm:spPr/>
    </dgm:pt>
    <dgm:pt modelId="{350246E0-2B3C-4BF5-8055-C21261DD2B12}" type="pres">
      <dgm:prSet presAssocID="{85099202-FE47-440D-A5C6-14F1747DF216}" presName="hierChild5" presStyleCnt="0"/>
      <dgm:spPr/>
    </dgm:pt>
    <dgm:pt modelId="{761054F9-174F-4D23-8637-341D02BEF5A6}" type="pres">
      <dgm:prSet presAssocID="{C8D74D91-7A33-4B93-AE2F-283961CDA5B5}" presName="Name37" presStyleLbl="parChTrans1D4" presStyleIdx="2" presStyleCnt="11"/>
      <dgm:spPr/>
    </dgm:pt>
    <dgm:pt modelId="{6EB78E2C-BB56-407B-908C-2B87600591AD}" type="pres">
      <dgm:prSet presAssocID="{AEBE8411-CD69-4CF5-91CE-3D28B6A425C5}" presName="hierRoot2" presStyleCnt="0">
        <dgm:presLayoutVars>
          <dgm:hierBranch val="init"/>
        </dgm:presLayoutVars>
      </dgm:prSet>
      <dgm:spPr/>
    </dgm:pt>
    <dgm:pt modelId="{A675601B-3D26-4BF0-9E2A-A23978405D76}" type="pres">
      <dgm:prSet presAssocID="{AEBE8411-CD69-4CF5-91CE-3D28B6A425C5}" presName="rootComposite" presStyleCnt="0"/>
      <dgm:spPr/>
    </dgm:pt>
    <dgm:pt modelId="{11BD1BCE-F949-4B31-9100-C7DA49145774}" type="pres">
      <dgm:prSet presAssocID="{AEBE8411-CD69-4CF5-91CE-3D28B6A425C5}" presName="rootText" presStyleLbl="node4" presStyleIdx="2" presStyleCnt="11">
        <dgm:presLayoutVars>
          <dgm:chPref val="3"/>
        </dgm:presLayoutVars>
      </dgm:prSet>
      <dgm:spPr/>
    </dgm:pt>
    <dgm:pt modelId="{7421B10D-EF4E-4396-BD57-16CF904D2B80}" type="pres">
      <dgm:prSet presAssocID="{AEBE8411-CD69-4CF5-91CE-3D28B6A425C5}" presName="rootConnector" presStyleLbl="node4" presStyleIdx="2" presStyleCnt="11"/>
      <dgm:spPr/>
    </dgm:pt>
    <dgm:pt modelId="{8D83E881-174E-47EE-960F-D78224507F38}" type="pres">
      <dgm:prSet presAssocID="{AEBE8411-CD69-4CF5-91CE-3D28B6A425C5}" presName="hierChild4" presStyleCnt="0"/>
      <dgm:spPr/>
    </dgm:pt>
    <dgm:pt modelId="{E14A944A-3960-44D5-9E88-235ACC8AC661}" type="pres">
      <dgm:prSet presAssocID="{AEBE8411-CD69-4CF5-91CE-3D28B6A425C5}" presName="hierChild5" presStyleCnt="0"/>
      <dgm:spPr/>
    </dgm:pt>
    <dgm:pt modelId="{E2B64E33-1690-47B9-9792-103F86A35C1B}" type="pres">
      <dgm:prSet presAssocID="{FD232244-93C4-4CB9-BC2D-C0EABD980E71}" presName="hierChild5" presStyleCnt="0"/>
      <dgm:spPr/>
    </dgm:pt>
    <dgm:pt modelId="{6E5BA975-F664-41DD-8C15-99CF54F3EB65}" type="pres">
      <dgm:prSet presAssocID="{6FD54DCC-0420-4B69-949E-C600DAC3EA80}" presName="hierChild5" presStyleCnt="0"/>
      <dgm:spPr/>
    </dgm:pt>
    <dgm:pt modelId="{B9201C12-B927-41B3-A22F-36BA32A11FCF}" type="pres">
      <dgm:prSet presAssocID="{62ED3618-186A-4AE5-A334-6262FBDBD773}" presName="Name37" presStyleLbl="parChTrans1D2" presStyleIdx="1" presStyleCnt="3"/>
      <dgm:spPr/>
    </dgm:pt>
    <dgm:pt modelId="{357CBEB9-3191-4E51-8A8E-98C170F97332}" type="pres">
      <dgm:prSet presAssocID="{3378893F-0227-4C99-A5BE-F0441622DD25}" presName="hierRoot2" presStyleCnt="0">
        <dgm:presLayoutVars>
          <dgm:hierBranch val="init"/>
        </dgm:presLayoutVars>
      </dgm:prSet>
      <dgm:spPr/>
    </dgm:pt>
    <dgm:pt modelId="{E8D54B09-B3C5-4EBE-8128-39E36B1173C1}" type="pres">
      <dgm:prSet presAssocID="{3378893F-0227-4C99-A5BE-F0441622DD25}" presName="rootComposite" presStyleCnt="0"/>
      <dgm:spPr/>
    </dgm:pt>
    <dgm:pt modelId="{3029304A-3FFB-4A7C-8379-910C47AA9047}" type="pres">
      <dgm:prSet presAssocID="{3378893F-0227-4C99-A5BE-F0441622DD25}" presName="rootText" presStyleLbl="node2" presStyleIdx="1" presStyleCnt="3">
        <dgm:presLayoutVars>
          <dgm:chPref val="3"/>
        </dgm:presLayoutVars>
      </dgm:prSet>
      <dgm:spPr/>
    </dgm:pt>
    <dgm:pt modelId="{7B336B60-DAA5-4CFB-9400-33C97E8A849E}" type="pres">
      <dgm:prSet presAssocID="{3378893F-0227-4C99-A5BE-F0441622DD25}" presName="rootConnector" presStyleLbl="node2" presStyleIdx="1" presStyleCnt="3"/>
      <dgm:spPr/>
    </dgm:pt>
    <dgm:pt modelId="{074B359F-9A4C-488C-8099-94C1A909B4CC}" type="pres">
      <dgm:prSet presAssocID="{3378893F-0227-4C99-A5BE-F0441622DD25}" presName="hierChild4" presStyleCnt="0"/>
      <dgm:spPr/>
    </dgm:pt>
    <dgm:pt modelId="{5141CD3D-4BC3-4616-B4D8-B09A17161B3A}" type="pres">
      <dgm:prSet presAssocID="{C618F4B1-D56C-40B0-A9BB-A1AC22AA90C0}" presName="Name37" presStyleLbl="parChTrans1D3" presStyleIdx="1" presStyleCnt="7"/>
      <dgm:spPr/>
    </dgm:pt>
    <dgm:pt modelId="{5E2B3A41-F092-466B-94F4-2A9358517D02}" type="pres">
      <dgm:prSet presAssocID="{D6D663EA-8C9E-4A6C-8696-EA6202B67EB8}" presName="hierRoot2" presStyleCnt="0">
        <dgm:presLayoutVars>
          <dgm:hierBranch val="init"/>
        </dgm:presLayoutVars>
      </dgm:prSet>
      <dgm:spPr/>
    </dgm:pt>
    <dgm:pt modelId="{7F5A3508-FB72-4C31-8D5B-2FB3599E3FE4}" type="pres">
      <dgm:prSet presAssocID="{D6D663EA-8C9E-4A6C-8696-EA6202B67EB8}" presName="rootComposite" presStyleCnt="0"/>
      <dgm:spPr/>
    </dgm:pt>
    <dgm:pt modelId="{4BBBCFE0-3649-48A6-9428-A6E66668788F}" type="pres">
      <dgm:prSet presAssocID="{D6D663EA-8C9E-4A6C-8696-EA6202B67EB8}" presName="rootText" presStyleLbl="node3" presStyleIdx="1" presStyleCnt="7">
        <dgm:presLayoutVars>
          <dgm:chPref val="3"/>
        </dgm:presLayoutVars>
      </dgm:prSet>
      <dgm:spPr/>
    </dgm:pt>
    <dgm:pt modelId="{671567AB-A6CF-4E60-B49B-70E93C322498}" type="pres">
      <dgm:prSet presAssocID="{D6D663EA-8C9E-4A6C-8696-EA6202B67EB8}" presName="rootConnector" presStyleLbl="node3" presStyleIdx="1" presStyleCnt="7"/>
      <dgm:spPr/>
    </dgm:pt>
    <dgm:pt modelId="{870259A2-79D0-42CB-822B-01DF8317FC34}" type="pres">
      <dgm:prSet presAssocID="{D6D663EA-8C9E-4A6C-8696-EA6202B67EB8}" presName="hierChild4" presStyleCnt="0"/>
      <dgm:spPr/>
    </dgm:pt>
    <dgm:pt modelId="{7F18480A-A77A-4D6A-937B-374324BEA192}" type="pres">
      <dgm:prSet presAssocID="{FBCFE6F2-BECD-4C21-AAF5-9F706C541651}" presName="Name37" presStyleLbl="parChTrans1D4" presStyleIdx="3" presStyleCnt="11"/>
      <dgm:spPr/>
    </dgm:pt>
    <dgm:pt modelId="{3BCD3750-E65D-4E5B-B1EF-07DD3C812F02}" type="pres">
      <dgm:prSet presAssocID="{52E3AA67-0314-4E1D-9E8D-AA6105685884}" presName="hierRoot2" presStyleCnt="0">
        <dgm:presLayoutVars>
          <dgm:hierBranch val="init"/>
        </dgm:presLayoutVars>
      </dgm:prSet>
      <dgm:spPr/>
    </dgm:pt>
    <dgm:pt modelId="{151C0CA4-FCC7-4063-B4D6-E11944E80F19}" type="pres">
      <dgm:prSet presAssocID="{52E3AA67-0314-4E1D-9E8D-AA6105685884}" presName="rootComposite" presStyleCnt="0"/>
      <dgm:spPr/>
    </dgm:pt>
    <dgm:pt modelId="{DE837683-8184-483D-9C62-D75F06D2D3B0}" type="pres">
      <dgm:prSet presAssocID="{52E3AA67-0314-4E1D-9E8D-AA6105685884}" presName="rootText" presStyleLbl="node4" presStyleIdx="3" presStyleCnt="11">
        <dgm:presLayoutVars>
          <dgm:chPref val="3"/>
        </dgm:presLayoutVars>
      </dgm:prSet>
      <dgm:spPr/>
    </dgm:pt>
    <dgm:pt modelId="{EECD452F-87DD-4956-927B-7327BA3C6C26}" type="pres">
      <dgm:prSet presAssocID="{52E3AA67-0314-4E1D-9E8D-AA6105685884}" presName="rootConnector" presStyleLbl="node4" presStyleIdx="3" presStyleCnt="11"/>
      <dgm:spPr/>
    </dgm:pt>
    <dgm:pt modelId="{25EC3D33-2153-4E90-9DE3-D259A249A746}" type="pres">
      <dgm:prSet presAssocID="{52E3AA67-0314-4E1D-9E8D-AA6105685884}" presName="hierChild4" presStyleCnt="0"/>
      <dgm:spPr/>
    </dgm:pt>
    <dgm:pt modelId="{85196D51-66EC-40CE-925A-BBD85B8BCB46}" type="pres">
      <dgm:prSet presAssocID="{52E3AA67-0314-4E1D-9E8D-AA6105685884}" presName="hierChild5" presStyleCnt="0"/>
      <dgm:spPr/>
    </dgm:pt>
    <dgm:pt modelId="{71C44658-F0BD-4E18-9160-E2DF1684AFB7}" type="pres">
      <dgm:prSet presAssocID="{8E212715-1532-449B-8DE2-B733A01EAD42}" presName="Name37" presStyleLbl="parChTrans1D4" presStyleIdx="4" presStyleCnt="11"/>
      <dgm:spPr/>
    </dgm:pt>
    <dgm:pt modelId="{EF017868-1ACB-43D5-90D0-E9D8A6FCF557}" type="pres">
      <dgm:prSet presAssocID="{33E9EE16-10F1-4A31-BCE8-5229263D756D}" presName="hierRoot2" presStyleCnt="0">
        <dgm:presLayoutVars>
          <dgm:hierBranch val="init"/>
        </dgm:presLayoutVars>
      </dgm:prSet>
      <dgm:spPr/>
    </dgm:pt>
    <dgm:pt modelId="{FF2D3D32-A93B-4587-A18A-59C37A18B0C5}" type="pres">
      <dgm:prSet presAssocID="{33E9EE16-10F1-4A31-BCE8-5229263D756D}" presName="rootComposite" presStyleCnt="0"/>
      <dgm:spPr/>
    </dgm:pt>
    <dgm:pt modelId="{BD32077D-8E0E-49F7-9919-0A7573D0563B}" type="pres">
      <dgm:prSet presAssocID="{33E9EE16-10F1-4A31-BCE8-5229263D756D}" presName="rootText" presStyleLbl="node4" presStyleIdx="4" presStyleCnt="11">
        <dgm:presLayoutVars>
          <dgm:chPref val="3"/>
        </dgm:presLayoutVars>
      </dgm:prSet>
      <dgm:spPr/>
    </dgm:pt>
    <dgm:pt modelId="{B346E76A-0C11-4518-B3FA-BEF8B9D195A2}" type="pres">
      <dgm:prSet presAssocID="{33E9EE16-10F1-4A31-BCE8-5229263D756D}" presName="rootConnector" presStyleLbl="node4" presStyleIdx="4" presStyleCnt="11"/>
      <dgm:spPr/>
    </dgm:pt>
    <dgm:pt modelId="{1481BD1F-2AE0-48D5-A4D4-E8C4A22E7C44}" type="pres">
      <dgm:prSet presAssocID="{33E9EE16-10F1-4A31-BCE8-5229263D756D}" presName="hierChild4" presStyleCnt="0"/>
      <dgm:spPr/>
    </dgm:pt>
    <dgm:pt modelId="{2E61949A-C12C-42A9-958E-958AA1718053}" type="pres">
      <dgm:prSet presAssocID="{33E9EE16-10F1-4A31-BCE8-5229263D756D}" presName="hierChild5" presStyleCnt="0"/>
      <dgm:spPr/>
    </dgm:pt>
    <dgm:pt modelId="{C739C131-1850-4731-87D2-28B9C5329EB0}" type="pres">
      <dgm:prSet presAssocID="{D6D663EA-8C9E-4A6C-8696-EA6202B67EB8}" presName="hierChild5" presStyleCnt="0"/>
      <dgm:spPr/>
    </dgm:pt>
    <dgm:pt modelId="{2AEF993D-8B66-4A58-8810-0A7ABB406706}" type="pres">
      <dgm:prSet presAssocID="{DADE5634-0EE2-4932-ADF3-762CAB7A1BC9}" presName="Name37" presStyleLbl="parChTrans1D3" presStyleIdx="2" presStyleCnt="7"/>
      <dgm:spPr/>
    </dgm:pt>
    <dgm:pt modelId="{3A843D83-2850-4FB8-9BD0-A95A75B79FAB}" type="pres">
      <dgm:prSet presAssocID="{DA082FC6-CEB7-4C28-BE1C-7A07147C0630}" presName="hierRoot2" presStyleCnt="0">
        <dgm:presLayoutVars>
          <dgm:hierBranch val="init"/>
        </dgm:presLayoutVars>
      </dgm:prSet>
      <dgm:spPr/>
    </dgm:pt>
    <dgm:pt modelId="{087B172E-8F53-438F-B9D2-4B8FC44F3DA8}" type="pres">
      <dgm:prSet presAssocID="{DA082FC6-CEB7-4C28-BE1C-7A07147C0630}" presName="rootComposite" presStyleCnt="0"/>
      <dgm:spPr/>
    </dgm:pt>
    <dgm:pt modelId="{65D7C919-1C1B-47C5-84BE-3E35EA6F1D31}" type="pres">
      <dgm:prSet presAssocID="{DA082FC6-CEB7-4C28-BE1C-7A07147C0630}" presName="rootText" presStyleLbl="node3" presStyleIdx="2" presStyleCnt="7">
        <dgm:presLayoutVars>
          <dgm:chPref val="3"/>
        </dgm:presLayoutVars>
      </dgm:prSet>
      <dgm:spPr/>
    </dgm:pt>
    <dgm:pt modelId="{1ED50D66-AD44-4727-8604-D96F18516B42}" type="pres">
      <dgm:prSet presAssocID="{DA082FC6-CEB7-4C28-BE1C-7A07147C0630}" presName="rootConnector" presStyleLbl="node3" presStyleIdx="2" presStyleCnt="7"/>
      <dgm:spPr/>
    </dgm:pt>
    <dgm:pt modelId="{45DB2820-366D-42AF-85B2-F8B00E4F6807}" type="pres">
      <dgm:prSet presAssocID="{DA082FC6-CEB7-4C28-BE1C-7A07147C0630}" presName="hierChild4" presStyleCnt="0"/>
      <dgm:spPr/>
    </dgm:pt>
    <dgm:pt modelId="{C5475C18-35DE-4855-8E5E-8A0D7075E45F}" type="pres">
      <dgm:prSet presAssocID="{D05EA4EE-52C7-4A7F-9A69-CD36D787717D}" presName="Name37" presStyleLbl="parChTrans1D4" presStyleIdx="5" presStyleCnt="11"/>
      <dgm:spPr/>
    </dgm:pt>
    <dgm:pt modelId="{F17FAC2B-2971-4D5C-8B2D-9ECD72C746A1}" type="pres">
      <dgm:prSet presAssocID="{A42DED5E-3919-412A-8377-DE6122E1AD30}" presName="hierRoot2" presStyleCnt="0">
        <dgm:presLayoutVars>
          <dgm:hierBranch val="init"/>
        </dgm:presLayoutVars>
      </dgm:prSet>
      <dgm:spPr/>
    </dgm:pt>
    <dgm:pt modelId="{6122CF66-7E8B-42B3-8913-7C2640B8B9A6}" type="pres">
      <dgm:prSet presAssocID="{A42DED5E-3919-412A-8377-DE6122E1AD30}" presName="rootComposite" presStyleCnt="0"/>
      <dgm:spPr/>
    </dgm:pt>
    <dgm:pt modelId="{E86C25E4-6A91-4DD5-9735-30478895D3C8}" type="pres">
      <dgm:prSet presAssocID="{A42DED5E-3919-412A-8377-DE6122E1AD30}" presName="rootText" presStyleLbl="node4" presStyleIdx="5" presStyleCnt="11">
        <dgm:presLayoutVars>
          <dgm:chPref val="3"/>
        </dgm:presLayoutVars>
      </dgm:prSet>
      <dgm:spPr/>
    </dgm:pt>
    <dgm:pt modelId="{1A07C9C9-CECB-4CDD-B571-B8BED8209514}" type="pres">
      <dgm:prSet presAssocID="{A42DED5E-3919-412A-8377-DE6122E1AD30}" presName="rootConnector" presStyleLbl="node4" presStyleIdx="5" presStyleCnt="11"/>
      <dgm:spPr/>
    </dgm:pt>
    <dgm:pt modelId="{52508855-4B60-47B1-AF30-76E33CAC9FCE}" type="pres">
      <dgm:prSet presAssocID="{A42DED5E-3919-412A-8377-DE6122E1AD30}" presName="hierChild4" presStyleCnt="0"/>
      <dgm:spPr/>
    </dgm:pt>
    <dgm:pt modelId="{916D5762-5B2B-4ED9-9A20-BB87F38A3752}" type="pres">
      <dgm:prSet presAssocID="{A42DED5E-3919-412A-8377-DE6122E1AD30}" presName="hierChild5" presStyleCnt="0"/>
      <dgm:spPr/>
    </dgm:pt>
    <dgm:pt modelId="{C87E6E06-12D0-4375-A68B-5C82855A2F03}" type="pres">
      <dgm:prSet presAssocID="{15779972-6EB7-4A17-A8F4-C736B5F0CED0}" presName="Name37" presStyleLbl="parChTrans1D4" presStyleIdx="6" presStyleCnt="11"/>
      <dgm:spPr/>
    </dgm:pt>
    <dgm:pt modelId="{7EA4EF82-EBEA-45C4-9685-741616501749}" type="pres">
      <dgm:prSet presAssocID="{36515DAA-DE94-4D05-BF16-8D5E13CADE3A}" presName="hierRoot2" presStyleCnt="0">
        <dgm:presLayoutVars>
          <dgm:hierBranch val="init"/>
        </dgm:presLayoutVars>
      </dgm:prSet>
      <dgm:spPr/>
    </dgm:pt>
    <dgm:pt modelId="{F059CDC5-65A1-4386-8B86-A6097F7F4E7E}" type="pres">
      <dgm:prSet presAssocID="{36515DAA-DE94-4D05-BF16-8D5E13CADE3A}" presName="rootComposite" presStyleCnt="0"/>
      <dgm:spPr/>
    </dgm:pt>
    <dgm:pt modelId="{76F7C283-D6E4-4332-A475-5519776C86ED}" type="pres">
      <dgm:prSet presAssocID="{36515DAA-DE94-4D05-BF16-8D5E13CADE3A}" presName="rootText" presStyleLbl="node4" presStyleIdx="6" presStyleCnt="11">
        <dgm:presLayoutVars>
          <dgm:chPref val="3"/>
        </dgm:presLayoutVars>
      </dgm:prSet>
      <dgm:spPr/>
    </dgm:pt>
    <dgm:pt modelId="{4DBA4F6A-F8AE-4914-A988-327CA6072455}" type="pres">
      <dgm:prSet presAssocID="{36515DAA-DE94-4D05-BF16-8D5E13CADE3A}" presName="rootConnector" presStyleLbl="node4" presStyleIdx="6" presStyleCnt="11"/>
      <dgm:spPr/>
    </dgm:pt>
    <dgm:pt modelId="{C9AF3F73-6C6E-48E5-8BE7-EE559DA9A703}" type="pres">
      <dgm:prSet presAssocID="{36515DAA-DE94-4D05-BF16-8D5E13CADE3A}" presName="hierChild4" presStyleCnt="0"/>
      <dgm:spPr/>
    </dgm:pt>
    <dgm:pt modelId="{9E06B3AB-9D8C-47BA-A940-46B4E91F1941}" type="pres">
      <dgm:prSet presAssocID="{36515DAA-DE94-4D05-BF16-8D5E13CADE3A}" presName="hierChild5" presStyleCnt="0"/>
      <dgm:spPr/>
    </dgm:pt>
    <dgm:pt modelId="{EE5FF028-7449-4C56-9A2A-11B7B83BE57E}" type="pres">
      <dgm:prSet presAssocID="{8289592A-2799-48BF-943A-ECD5E2D454F4}" presName="Name37" presStyleLbl="parChTrans1D4" presStyleIdx="7" presStyleCnt="11"/>
      <dgm:spPr/>
    </dgm:pt>
    <dgm:pt modelId="{D7661BD5-1563-4752-B7DB-1EF128785ED9}" type="pres">
      <dgm:prSet presAssocID="{42978307-697D-497A-A2C6-5CE28D391200}" presName="hierRoot2" presStyleCnt="0">
        <dgm:presLayoutVars>
          <dgm:hierBranch val="init"/>
        </dgm:presLayoutVars>
      </dgm:prSet>
      <dgm:spPr/>
    </dgm:pt>
    <dgm:pt modelId="{BC8B5259-5CA6-47CC-85E3-1F66924B3ABB}" type="pres">
      <dgm:prSet presAssocID="{42978307-697D-497A-A2C6-5CE28D391200}" presName="rootComposite" presStyleCnt="0"/>
      <dgm:spPr/>
    </dgm:pt>
    <dgm:pt modelId="{F88A0E83-A5EF-4BD1-9FA2-4ADBD715953F}" type="pres">
      <dgm:prSet presAssocID="{42978307-697D-497A-A2C6-5CE28D391200}" presName="rootText" presStyleLbl="node4" presStyleIdx="7" presStyleCnt="11">
        <dgm:presLayoutVars>
          <dgm:chPref val="3"/>
        </dgm:presLayoutVars>
      </dgm:prSet>
      <dgm:spPr/>
    </dgm:pt>
    <dgm:pt modelId="{8564A281-DF93-4518-A5D3-8AF1813BDE58}" type="pres">
      <dgm:prSet presAssocID="{42978307-697D-497A-A2C6-5CE28D391200}" presName="rootConnector" presStyleLbl="node4" presStyleIdx="7" presStyleCnt="11"/>
      <dgm:spPr/>
    </dgm:pt>
    <dgm:pt modelId="{7B4166A6-051C-471D-8856-F0F90A751939}" type="pres">
      <dgm:prSet presAssocID="{42978307-697D-497A-A2C6-5CE28D391200}" presName="hierChild4" presStyleCnt="0"/>
      <dgm:spPr/>
    </dgm:pt>
    <dgm:pt modelId="{C221EC40-72AC-49AA-8F9A-9EB6320727C9}" type="pres">
      <dgm:prSet presAssocID="{42978307-697D-497A-A2C6-5CE28D391200}" presName="hierChild5" presStyleCnt="0"/>
      <dgm:spPr/>
    </dgm:pt>
    <dgm:pt modelId="{6A33CE9B-9E70-4E73-BA51-7A265CDC040C}" type="pres">
      <dgm:prSet presAssocID="{DA082FC6-CEB7-4C28-BE1C-7A07147C0630}" presName="hierChild5" presStyleCnt="0"/>
      <dgm:spPr/>
    </dgm:pt>
    <dgm:pt modelId="{3641F975-0566-42FA-9CE3-05040962D6C0}" type="pres">
      <dgm:prSet presAssocID="{3378893F-0227-4C99-A5BE-F0441622DD25}" presName="hierChild5" presStyleCnt="0"/>
      <dgm:spPr/>
    </dgm:pt>
    <dgm:pt modelId="{A9C4B261-6F8E-4104-AB0E-692EDE24B707}" type="pres">
      <dgm:prSet presAssocID="{48F43ED3-A177-4096-B556-EB782F87985E}" presName="Name37" presStyleLbl="parChTrans1D2" presStyleIdx="2" presStyleCnt="3"/>
      <dgm:spPr/>
    </dgm:pt>
    <dgm:pt modelId="{07DCE8A0-BD3E-4EA5-96AD-B8F1666B580A}" type="pres">
      <dgm:prSet presAssocID="{0C87090F-02B0-44D5-BD4B-E5AE0D1FA7F1}" presName="hierRoot2" presStyleCnt="0">
        <dgm:presLayoutVars>
          <dgm:hierBranch val="init"/>
        </dgm:presLayoutVars>
      </dgm:prSet>
      <dgm:spPr/>
    </dgm:pt>
    <dgm:pt modelId="{2B6105E0-0A46-44B7-8C96-5A3343508EEB}" type="pres">
      <dgm:prSet presAssocID="{0C87090F-02B0-44D5-BD4B-E5AE0D1FA7F1}" presName="rootComposite" presStyleCnt="0"/>
      <dgm:spPr/>
    </dgm:pt>
    <dgm:pt modelId="{B782B5CC-5C61-4468-BE2B-006779DD5748}" type="pres">
      <dgm:prSet presAssocID="{0C87090F-02B0-44D5-BD4B-E5AE0D1FA7F1}" presName="rootText" presStyleLbl="node2" presStyleIdx="2" presStyleCnt="3">
        <dgm:presLayoutVars>
          <dgm:chPref val="3"/>
        </dgm:presLayoutVars>
      </dgm:prSet>
      <dgm:spPr/>
    </dgm:pt>
    <dgm:pt modelId="{2E89E2E4-8FEB-4C15-88B5-EB49DD054274}" type="pres">
      <dgm:prSet presAssocID="{0C87090F-02B0-44D5-BD4B-E5AE0D1FA7F1}" presName="rootConnector" presStyleLbl="node2" presStyleIdx="2" presStyleCnt="3"/>
      <dgm:spPr/>
    </dgm:pt>
    <dgm:pt modelId="{F43761C4-0803-4B76-BDE6-F69C19DA6A19}" type="pres">
      <dgm:prSet presAssocID="{0C87090F-02B0-44D5-BD4B-E5AE0D1FA7F1}" presName="hierChild4" presStyleCnt="0"/>
      <dgm:spPr/>
    </dgm:pt>
    <dgm:pt modelId="{BFB351AF-903E-4C38-9502-A112476FF58F}" type="pres">
      <dgm:prSet presAssocID="{0269C22A-A20B-4CCC-917A-8B311E437315}" presName="Name37" presStyleLbl="parChTrans1D3" presStyleIdx="3" presStyleCnt="7"/>
      <dgm:spPr/>
    </dgm:pt>
    <dgm:pt modelId="{F2F7E7D0-8C50-4671-B21A-66E0947B9B12}" type="pres">
      <dgm:prSet presAssocID="{A97D053E-A973-4364-B69E-A280008FFC90}" presName="hierRoot2" presStyleCnt="0">
        <dgm:presLayoutVars>
          <dgm:hierBranch val="init"/>
        </dgm:presLayoutVars>
      </dgm:prSet>
      <dgm:spPr/>
    </dgm:pt>
    <dgm:pt modelId="{CA863FBC-3863-47DF-B5D0-20F03B4CDB15}" type="pres">
      <dgm:prSet presAssocID="{A97D053E-A973-4364-B69E-A280008FFC90}" presName="rootComposite" presStyleCnt="0"/>
      <dgm:spPr/>
    </dgm:pt>
    <dgm:pt modelId="{D9BC2F7F-2660-4174-AFD7-8C754034AE8E}" type="pres">
      <dgm:prSet presAssocID="{A97D053E-A973-4364-B69E-A280008FFC90}" presName="rootText" presStyleLbl="node3" presStyleIdx="3" presStyleCnt="7">
        <dgm:presLayoutVars>
          <dgm:chPref val="3"/>
        </dgm:presLayoutVars>
      </dgm:prSet>
      <dgm:spPr/>
    </dgm:pt>
    <dgm:pt modelId="{BE4F8092-9478-4097-8A43-A16E80AB154A}" type="pres">
      <dgm:prSet presAssocID="{A97D053E-A973-4364-B69E-A280008FFC90}" presName="rootConnector" presStyleLbl="node3" presStyleIdx="3" presStyleCnt="7"/>
      <dgm:spPr/>
    </dgm:pt>
    <dgm:pt modelId="{F1038366-8C84-446D-B576-B66C454711DD}" type="pres">
      <dgm:prSet presAssocID="{A97D053E-A973-4364-B69E-A280008FFC90}" presName="hierChild4" presStyleCnt="0"/>
      <dgm:spPr/>
    </dgm:pt>
    <dgm:pt modelId="{5C94DE91-9E75-4D91-BE92-D9F99F6CFA63}" type="pres">
      <dgm:prSet presAssocID="{E61AFEE5-2004-43A9-AA62-07A1459E6FC5}" presName="Name37" presStyleLbl="parChTrans1D4" presStyleIdx="8" presStyleCnt="11"/>
      <dgm:spPr/>
    </dgm:pt>
    <dgm:pt modelId="{0B75A4F2-62FA-4E88-A94B-026E090C88A9}" type="pres">
      <dgm:prSet presAssocID="{BF1D701A-DD2D-4121-8BFA-FBE1FBF81F9E}" presName="hierRoot2" presStyleCnt="0">
        <dgm:presLayoutVars>
          <dgm:hierBranch val="init"/>
        </dgm:presLayoutVars>
      </dgm:prSet>
      <dgm:spPr/>
    </dgm:pt>
    <dgm:pt modelId="{82FEB012-F45D-4410-9245-714C55111323}" type="pres">
      <dgm:prSet presAssocID="{BF1D701A-DD2D-4121-8BFA-FBE1FBF81F9E}" presName="rootComposite" presStyleCnt="0"/>
      <dgm:spPr/>
    </dgm:pt>
    <dgm:pt modelId="{A7648C1D-732F-4010-9A27-E27A96854C2C}" type="pres">
      <dgm:prSet presAssocID="{BF1D701A-DD2D-4121-8BFA-FBE1FBF81F9E}" presName="rootText" presStyleLbl="node4" presStyleIdx="8" presStyleCnt="11">
        <dgm:presLayoutVars>
          <dgm:chPref val="3"/>
        </dgm:presLayoutVars>
      </dgm:prSet>
      <dgm:spPr/>
    </dgm:pt>
    <dgm:pt modelId="{CA844FBF-1E7E-4B2F-ABA3-4F9F10FCCA05}" type="pres">
      <dgm:prSet presAssocID="{BF1D701A-DD2D-4121-8BFA-FBE1FBF81F9E}" presName="rootConnector" presStyleLbl="node4" presStyleIdx="8" presStyleCnt="11"/>
      <dgm:spPr/>
    </dgm:pt>
    <dgm:pt modelId="{584067A8-8979-49DC-A6F0-0250797DFB51}" type="pres">
      <dgm:prSet presAssocID="{BF1D701A-DD2D-4121-8BFA-FBE1FBF81F9E}" presName="hierChild4" presStyleCnt="0"/>
      <dgm:spPr/>
    </dgm:pt>
    <dgm:pt modelId="{F1F2760F-8BE6-445C-91A7-4DE2208F371D}" type="pres">
      <dgm:prSet presAssocID="{BF1D701A-DD2D-4121-8BFA-FBE1FBF81F9E}" presName="hierChild5" presStyleCnt="0"/>
      <dgm:spPr/>
    </dgm:pt>
    <dgm:pt modelId="{F741A695-8300-4EFB-B307-3772E8CF4C2E}" type="pres">
      <dgm:prSet presAssocID="{E6E5B594-5BCC-4B26-A0E4-91E049B64B58}" presName="Name37" presStyleLbl="parChTrans1D4" presStyleIdx="9" presStyleCnt="11"/>
      <dgm:spPr/>
    </dgm:pt>
    <dgm:pt modelId="{319F56D1-488C-4EBB-882F-11C9715C1CFD}" type="pres">
      <dgm:prSet presAssocID="{A3C8EDD9-69FA-45FB-9865-E3F14EB0454F}" presName="hierRoot2" presStyleCnt="0">
        <dgm:presLayoutVars>
          <dgm:hierBranch val="init"/>
        </dgm:presLayoutVars>
      </dgm:prSet>
      <dgm:spPr/>
    </dgm:pt>
    <dgm:pt modelId="{F85277FE-1D80-4DB0-A7E6-F8CBD57E9373}" type="pres">
      <dgm:prSet presAssocID="{A3C8EDD9-69FA-45FB-9865-E3F14EB0454F}" presName="rootComposite" presStyleCnt="0"/>
      <dgm:spPr/>
    </dgm:pt>
    <dgm:pt modelId="{F1EDF8CD-8A63-499A-84FA-435C48B704EB}" type="pres">
      <dgm:prSet presAssocID="{A3C8EDD9-69FA-45FB-9865-E3F14EB0454F}" presName="rootText" presStyleLbl="node4" presStyleIdx="9" presStyleCnt="11">
        <dgm:presLayoutVars>
          <dgm:chPref val="3"/>
        </dgm:presLayoutVars>
      </dgm:prSet>
      <dgm:spPr/>
    </dgm:pt>
    <dgm:pt modelId="{FF832D9C-00B9-42AA-B315-0844B9198222}" type="pres">
      <dgm:prSet presAssocID="{A3C8EDD9-69FA-45FB-9865-E3F14EB0454F}" presName="rootConnector" presStyleLbl="node4" presStyleIdx="9" presStyleCnt="11"/>
      <dgm:spPr/>
    </dgm:pt>
    <dgm:pt modelId="{D5F4718D-F4CA-47AB-8502-B125C520FBF6}" type="pres">
      <dgm:prSet presAssocID="{A3C8EDD9-69FA-45FB-9865-E3F14EB0454F}" presName="hierChild4" presStyleCnt="0"/>
      <dgm:spPr/>
    </dgm:pt>
    <dgm:pt modelId="{7DEAC167-10B0-4A34-8073-151492FA4351}" type="pres">
      <dgm:prSet presAssocID="{A3C8EDD9-69FA-45FB-9865-E3F14EB0454F}" presName="hierChild5" presStyleCnt="0"/>
      <dgm:spPr/>
    </dgm:pt>
    <dgm:pt modelId="{3F4C61A2-9EC0-4639-B105-FD0F14D4A30E}" type="pres">
      <dgm:prSet presAssocID="{E3E74F59-3F0E-4EEF-A95D-26F6D28620C6}" presName="Name37" presStyleLbl="parChTrans1D4" presStyleIdx="10" presStyleCnt="11"/>
      <dgm:spPr/>
    </dgm:pt>
    <dgm:pt modelId="{7EDF10FE-E549-4C7A-AD14-B6FA553453A7}" type="pres">
      <dgm:prSet presAssocID="{100B635B-19F5-4D0B-968E-84F6A4C87516}" presName="hierRoot2" presStyleCnt="0">
        <dgm:presLayoutVars>
          <dgm:hierBranch val="init"/>
        </dgm:presLayoutVars>
      </dgm:prSet>
      <dgm:spPr/>
    </dgm:pt>
    <dgm:pt modelId="{B648BB10-81FA-4B76-B913-3296C90D2B23}" type="pres">
      <dgm:prSet presAssocID="{100B635B-19F5-4D0B-968E-84F6A4C87516}" presName="rootComposite" presStyleCnt="0"/>
      <dgm:spPr/>
    </dgm:pt>
    <dgm:pt modelId="{14D32ACD-86BD-4526-8A01-294E3EF22BD4}" type="pres">
      <dgm:prSet presAssocID="{100B635B-19F5-4D0B-968E-84F6A4C87516}" presName="rootText" presStyleLbl="node4" presStyleIdx="10" presStyleCnt="11">
        <dgm:presLayoutVars>
          <dgm:chPref val="3"/>
        </dgm:presLayoutVars>
      </dgm:prSet>
      <dgm:spPr/>
    </dgm:pt>
    <dgm:pt modelId="{785AB58E-3430-4956-BF7B-CEED384C7D0B}" type="pres">
      <dgm:prSet presAssocID="{100B635B-19F5-4D0B-968E-84F6A4C87516}" presName="rootConnector" presStyleLbl="node4" presStyleIdx="10" presStyleCnt="11"/>
      <dgm:spPr/>
    </dgm:pt>
    <dgm:pt modelId="{169486FC-6EB4-461E-884F-891F47913A08}" type="pres">
      <dgm:prSet presAssocID="{100B635B-19F5-4D0B-968E-84F6A4C87516}" presName="hierChild4" presStyleCnt="0"/>
      <dgm:spPr/>
    </dgm:pt>
    <dgm:pt modelId="{84F0D4BF-0041-499F-BE70-FEF7E412E684}" type="pres">
      <dgm:prSet presAssocID="{100B635B-19F5-4D0B-968E-84F6A4C87516}" presName="hierChild5" presStyleCnt="0"/>
      <dgm:spPr/>
    </dgm:pt>
    <dgm:pt modelId="{0DFA8889-1431-42CD-A681-12EB6F0F2EAE}" type="pres">
      <dgm:prSet presAssocID="{A97D053E-A973-4364-B69E-A280008FFC90}" presName="hierChild5" presStyleCnt="0"/>
      <dgm:spPr/>
    </dgm:pt>
    <dgm:pt modelId="{496F484F-020A-45A8-AFE2-19A7182C3BCA}" type="pres">
      <dgm:prSet presAssocID="{E3D22BD8-B8F5-4AEB-A8DD-53D6A1A29BAD}" presName="Name37" presStyleLbl="parChTrans1D3" presStyleIdx="4" presStyleCnt="7"/>
      <dgm:spPr/>
    </dgm:pt>
    <dgm:pt modelId="{A1B9F9B1-E4E4-4B32-BBD0-FCAA8E9D3EDC}" type="pres">
      <dgm:prSet presAssocID="{991DD7BB-FD91-49EE-AAF5-140AB35E43F7}" presName="hierRoot2" presStyleCnt="0">
        <dgm:presLayoutVars>
          <dgm:hierBranch val="init"/>
        </dgm:presLayoutVars>
      </dgm:prSet>
      <dgm:spPr/>
    </dgm:pt>
    <dgm:pt modelId="{3CEDF92F-416A-4BE1-B936-FC191EED3916}" type="pres">
      <dgm:prSet presAssocID="{991DD7BB-FD91-49EE-AAF5-140AB35E43F7}" presName="rootComposite" presStyleCnt="0"/>
      <dgm:spPr/>
    </dgm:pt>
    <dgm:pt modelId="{5CD8F879-4FA9-42FC-A495-7248A2266880}" type="pres">
      <dgm:prSet presAssocID="{991DD7BB-FD91-49EE-AAF5-140AB35E43F7}" presName="rootText" presStyleLbl="node3" presStyleIdx="4" presStyleCnt="7">
        <dgm:presLayoutVars>
          <dgm:chPref val="3"/>
        </dgm:presLayoutVars>
      </dgm:prSet>
      <dgm:spPr/>
    </dgm:pt>
    <dgm:pt modelId="{60A5E008-EE07-4177-A1E4-A5E0F9422ED0}" type="pres">
      <dgm:prSet presAssocID="{991DD7BB-FD91-49EE-AAF5-140AB35E43F7}" presName="rootConnector" presStyleLbl="node3" presStyleIdx="4" presStyleCnt="7"/>
      <dgm:spPr/>
    </dgm:pt>
    <dgm:pt modelId="{E1F55745-5FAC-490C-B729-EA1484B5FDA0}" type="pres">
      <dgm:prSet presAssocID="{991DD7BB-FD91-49EE-AAF5-140AB35E43F7}" presName="hierChild4" presStyleCnt="0"/>
      <dgm:spPr/>
    </dgm:pt>
    <dgm:pt modelId="{8BCF94AB-7B94-4067-8A1C-3598C9A5FB41}" type="pres">
      <dgm:prSet presAssocID="{991DD7BB-FD91-49EE-AAF5-140AB35E43F7}" presName="hierChild5" presStyleCnt="0"/>
      <dgm:spPr/>
    </dgm:pt>
    <dgm:pt modelId="{76EFBF3C-A68E-4BFD-B6C9-587DD54AA47C}" type="pres">
      <dgm:prSet presAssocID="{7A7695DF-2B28-404E-9784-91A1EA326978}" presName="Name37" presStyleLbl="parChTrans1D3" presStyleIdx="5" presStyleCnt="7"/>
      <dgm:spPr/>
    </dgm:pt>
    <dgm:pt modelId="{47960100-3F57-4F89-A14D-2E1B68B8935A}" type="pres">
      <dgm:prSet presAssocID="{728CB894-4164-4F00-A408-6FBB55E5F39A}" presName="hierRoot2" presStyleCnt="0">
        <dgm:presLayoutVars>
          <dgm:hierBranch val="init"/>
        </dgm:presLayoutVars>
      </dgm:prSet>
      <dgm:spPr/>
    </dgm:pt>
    <dgm:pt modelId="{BE1CEE19-753D-4D44-8F4A-80467445C0BF}" type="pres">
      <dgm:prSet presAssocID="{728CB894-4164-4F00-A408-6FBB55E5F39A}" presName="rootComposite" presStyleCnt="0"/>
      <dgm:spPr/>
    </dgm:pt>
    <dgm:pt modelId="{E4D7B2F4-4867-491F-97DC-16D1DD4E9A03}" type="pres">
      <dgm:prSet presAssocID="{728CB894-4164-4F00-A408-6FBB55E5F39A}" presName="rootText" presStyleLbl="node3" presStyleIdx="5" presStyleCnt="7">
        <dgm:presLayoutVars>
          <dgm:chPref val="3"/>
        </dgm:presLayoutVars>
      </dgm:prSet>
      <dgm:spPr/>
    </dgm:pt>
    <dgm:pt modelId="{433D371D-FC4F-4F24-83E4-1CB255D347F4}" type="pres">
      <dgm:prSet presAssocID="{728CB894-4164-4F00-A408-6FBB55E5F39A}" presName="rootConnector" presStyleLbl="node3" presStyleIdx="5" presStyleCnt="7"/>
      <dgm:spPr/>
    </dgm:pt>
    <dgm:pt modelId="{606EE79A-7799-408C-A45A-96783B13EC4A}" type="pres">
      <dgm:prSet presAssocID="{728CB894-4164-4F00-A408-6FBB55E5F39A}" presName="hierChild4" presStyleCnt="0"/>
      <dgm:spPr/>
    </dgm:pt>
    <dgm:pt modelId="{4CFF43AF-08D2-4AB5-B709-2CBEA1EE85F1}" type="pres">
      <dgm:prSet presAssocID="{728CB894-4164-4F00-A408-6FBB55E5F39A}" presName="hierChild5" presStyleCnt="0"/>
      <dgm:spPr/>
    </dgm:pt>
    <dgm:pt modelId="{E9485714-A7B0-41F7-B36E-840B98C8B03F}" type="pres">
      <dgm:prSet presAssocID="{180E3A64-01C7-4104-8C89-A252D103BCDA}" presName="Name37" presStyleLbl="parChTrans1D3" presStyleIdx="6" presStyleCnt="7"/>
      <dgm:spPr/>
    </dgm:pt>
    <dgm:pt modelId="{5D9FC56C-33B6-4360-B614-6416F686E776}" type="pres">
      <dgm:prSet presAssocID="{B1D76931-B2AB-4E2B-A7B7-0CFC65386E2C}" presName="hierRoot2" presStyleCnt="0">
        <dgm:presLayoutVars>
          <dgm:hierBranch val="init"/>
        </dgm:presLayoutVars>
      </dgm:prSet>
      <dgm:spPr/>
    </dgm:pt>
    <dgm:pt modelId="{F210304B-0E15-421C-83F3-5128E7C408F4}" type="pres">
      <dgm:prSet presAssocID="{B1D76931-B2AB-4E2B-A7B7-0CFC65386E2C}" presName="rootComposite" presStyleCnt="0"/>
      <dgm:spPr/>
    </dgm:pt>
    <dgm:pt modelId="{6F86977C-989C-481E-9085-E2F9D7CD1239}" type="pres">
      <dgm:prSet presAssocID="{B1D76931-B2AB-4E2B-A7B7-0CFC65386E2C}" presName="rootText" presStyleLbl="node3" presStyleIdx="6" presStyleCnt="7">
        <dgm:presLayoutVars>
          <dgm:chPref val="3"/>
        </dgm:presLayoutVars>
      </dgm:prSet>
      <dgm:spPr/>
    </dgm:pt>
    <dgm:pt modelId="{6B6B3AAF-53F2-40FF-83B7-2EE4F761B36A}" type="pres">
      <dgm:prSet presAssocID="{B1D76931-B2AB-4E2B-A7B7-0CFC65386E2C}" presName="rootConnector" presStyleLbl="node3" presStyleIdx="6" presStyleCnt="7"/>
      <dgm:spPr/>
    </dgm:pt>
    <dgm:pt modelId="{BA734D5E-5F0C-40F2-9B9B-5E0F4966B354}" type="pres">
      <dgm:prSet presAssocID="{B1D76931-B2AB-4E2B-A7B7-0CFC65386E2C}" presName="hierChild4" presStyleCnt="0"/>
      <dgm:spPr/>
    </dgm:pt>
    <dgm:pt modelId="{D642A3CA-A21F-478B-A971-22CB4136E17E}" type="pres">
      <dgm:prSet presAssocID="{B1D76931-B2AB-4E2B-A7B7-0CFC65386E2C}" presName="hierChild5" presStyleCnt="0"/>
      <dgm:spPr/>
    </dgm:pt>
    <dgm:pt modelId="{91486792-73E0-4DB3-91B6-A57B69EC71FF}" type="pres">
      <dgm:prSet presAssocID="{0C87090F-02B0-44D5-BD4B-E5AE0D1FA7F1}" presName="hierChild5" presStyleCnt="0"/>
      <dgm:spPr/>
    </dgm:pt>
    <dgm:pt modelId="{24509B35-9B66-4599-8657-3629D4B2902F}" type="pres">
      <dgm:prSet presAssocID="{19599602-9E94-449B-AE02-46C30491E28C}" presName="hierChild3" presStyleCnt="0"/>
      <dgm:spPr/>
    </dgm:pt>
  </dgm:ptLst>
  <dgm:cxnLst>
    <dgm:cxn modelId="{12944106-ADAF-432D-B8FE-3AC2D6B1D66F}" type="presOf" srcId="{42978307-697D-497A-A2C6-5CE28D391200}" destId="{F88A0E83-A5EF-4BD1-9FA2-4ADBD715953F}" srcOrd="0" destOrd="0" presId="urn:microsoft.com/office/officeart/2005/8/layout/orgChart1"/>
    <dgm:cxn modelId="{57F60A10-B627-4F4E-B804-B3BDB70D88E9}" srcId="{19599602-9E94-449B-AE02-46C30491E28C}" destId="{3378893F-0227-4C99-A5BE-F0441622DD25}" srcOrd="1" destOrd="0" parTransId="{62ED3618-186A-4AE5-A334-6262FBDBD773}" sibTransId="{CCBAFD97-4529-461C-9401-5C21022322F0}"/>
    <dgm:cxn modelId="{76791411-25D3-427B-923C-B16FC11ADBE1}" type="presOf" srcId="{991DD7BB-FD91-49EE-AAF5-140AB35E43F7}" destId="{5CD8F879-4FA9-42FC-A495-7248A2266880}" srcOrd="0" destOrd="0" presId="urn:microsoft.com/office/officeart/2005/8/layout/orgChart1"/>
    <dgm:cxn modelId="{1F32C813-9B81-4FC1-80A0-80097B0133FC}" srcId="{0C87090F-02B0-44D5-BD4B-E5AE0D1FA7F1}" destId="{B1D76931-B2AB-4E2B-A7B7-0CFC65386E2C}" srcOrd="3" destOrd="0" parTransId="{180E3A64-01C7-4104-8C89-A252D103BCDA}" sibTransId="{2EAE0D28-58EF-4097-9EF6-FCAAACEA3A3E}"/>
    <dgm:cxn modelId="{5F45FF17-D60A-475B-B3A3-04CD2E68ABDA}" type="presOf" srcId="{A3C8EDD9-69FA-45FB-9865-E3F14EB0454F}" destId="{F1EDF8CD-8A63-499A-84FA-435C48B704EB}" srcOrd="0" destOrd="0" presId="urn:microsoft.com/office/officeart/2005/8/layout/orgChart1"/>
    <dgm:cxn modelId="{C88C3F1F-33DA-46D1-BF79-A3BFE47C44E6}" type="presOf" srcId="{DA082FC6-CEB7-4C28-BE1C-7A07147C0630}" destId="{1ED50D66-AD44-4727-8604-D96F18516B42}" srcOrd="1" destOrd="0" presId="urn:microsoft.com/office/officeart/2005/8/layout/orgChart1"/>
    <dgm:cxn modelId="{37FC2222-BC40-4885-B27A-083A94ACEAA4}" type="presOf" srcId="{D05EA4EE-52C7-4A7F-9A69-CD36D787717D}" destId="{C5475C18-35DE-4855-8E5E-8A0D7075E45F}" srcOrd="0" destOrd="0" presId="urn:microsoft.com/office/officeart/2005/8/layout/orgChart1"/>
    <dgm:cxn modelId="{493CCE26-7242-4D54-96A9-71E43B8D2173}" type="presOf" srcId="{AEBE8411-CD69-4CF5-91CE-3D28B6A425C5}" destId="{7421B10D-EF4E-4396-BD57-16CF904D2B80}" srcOrd="1" destOrd="0" presId="urn:microsoft.com/office/officeart/2005/8/layout/orgChart1"/>
    <dgm:cxn modelId="{9C91F027-9BFC-4777-BECA-F56C0132AEE2}" type="presOf" srcId="{33E9EE16-10F1-4A31-BCE8-5229263D756D}" destId="{B346E76A-0C11-4518-B3FA-BEF8B9D195A2}" srcOrd="1" destOrd="0" presId="urn:microsoft.com/office/officeart/2005/8/layout/orgChart1"/>
    <dgm:cxn modelId="{04517628-46ED-4C02-8761-7576219360AF}" type="presOf" srcId="{19599602-9E94-449B-AE02-46C30491E28C}" destId="{8D28CFAA-9BFD-4CE8-A675-73FF6D3D89A3}" srcOrd="1" destOrd="0" presId="urn:microsoft.com/office/officeart/2005/8/layout/orgChart1"/>
    <dgm:cxn modelId="{173B762A-0D6C-4049-A0B5-50B70635F643}" type="presOf" srcId="{6F5CF077-1342-46A1-93F1-68D7723F3F8C}" destId="{BCA6CD22-DEA4-4281-88A6-F7F49407A08F}" srcOrd="0" destOrd="0" presId="urn:microsoft.com/office/officeart/2005/8/layout/orgChart1"/>
    <dgm:cxn modelId="{1B82A02C-9851-43EE-9659-9A3FD6339739}" srcId="{A97D053E-A973-4364-B69E-A280008FFC90}" destId="{100B635B-19F5-4D0B-968E-84F6A4C87516}" srcOrd="2" destOrd="0" parTransId="{E3E74F59-3F0E-4EEF-A95D-26F6D28620C6}" sibTransId="{387CCA68-5A55-4134-AB70-229CC5D1F99B}"/>
    <dgm:cxn modelId="{6AD0832E-D0E5-4DFA-A2C1-539A1049A92A}" srcId="{3378893F-0227-4C99-A5BE-F0441622DD25}" destId="{D6D663EA-8C9E-4A6C-8696-EA6202B67EB8}" srcOrd="0" destOrd="0" parTransId="{C618F4B1-D56C-40B0-A9BB-A1AC22AA90C0}" sibTransId="{350208D2-B2AB-46F5-A396-E4E2016A900E}"/>
    <dgm:cxn modelId="{0F0F972F-FF94-4E42-9D04-6E40A43ACD7D}" type="presOf" srcId="{15779972-6EB7-4A17-A8F4-C736B5F0CED0}" destId="{C87E6E06-12D0-4375-A68B-5C82855A2F03}" srcOrd="0" destOrd="0" presId="urn:microsoft.com/office/officeart/2005/8/layout/orgChart1"/>
    <dgm:cxn modelId="{F2066130-17AB-4807-9401-0FA7BCD6BAA1}" type="presOf" srcId="{C618F4B1-D56C-40B0-A9BB-A1AC22AA90C0}" destId="{5141CD3D-4BC3-4616-B4D8-B09A17161B3A}" srcOrd="0" destOrd="0" presId="urn:microsoft.com/office/officeart/2005/8/layout/orgChart1"/>
    <dgm:cxn modelId="{B87D7930-75AB-4F41-BC93-ED0767156877}" srcId="{A97D053E-A973-4364-B69E-A280008FFC90}" destId="{A3C8EDD9-69FA-45FB-9865-E3F14EB0454F}" srcOrd="1" destOrd="0" parTransId="{E6E5B594-5BCC-4B26-A0E4-91E049B64B58}" sibTransId="{287A3BC8-8FE9-4FF2-BC6C-5ECF9A80AFD1}"/>
    <dgm:cxn modelId="{06C05031-CC2B-43C8-8D83-6BE882BBEE11}" srcId="{0C87090F-02B0-44D5-BD4B-E5AE0D1FA7F1}" destId="{A97D053E-A973-4364-B69E-A280008FFC90}" srcOrd="0" destOrd="0" parTransId="{0269C22A-A20B-4CCC-917A-8B311E437315}" sibTransId="{243C102C-DAA2-4245-A1D1-9E6A71F7AB05}"/>
    <dgm:cxn modelId="{E1F60833-C4BF-4675-9F6B-F52B8B771CB8}" type="presOf" srcId="{100B635B-19F5-4D0B-968E-84F6A4C87516}" destId="{785AB58E-3430-4956-BF7B-CEED384C7D0B}" srcOrd="1" destOrd="0" presId="urn:microsoft.com/office/officeart/2005/8/layout/orgChart1"/>
    <dgm:cxn modelId="{3569BF33-89C2-42F7-8413-D6E41930546C}" type="presOf" srcId="{FD232244-93C4-4CB9-BC2D-C0EABD980E71}" destId="{B0E82138-2523-40D4-B852-EE2D173850D4}" srcOrd="0" destOrd="0" presId="urn:microsoft.com/office/officeart/2005/8/layout/orgChart1"/>
    <dgm:cxn modelId="{74970135-4C6A-4F2D-9FEE-974E8DA81B52}" type="presOf" srcId="{FBCFE6F2-BECD-4C21-AAF5-9F706C541651}" destId="{7F18480A-A77A-4D6A-937B-374324BEA192}" srcOrd="0" destOrd="0" presId="urn:microsoft.com/office/officeart/2005/8/layout/orgChart1"/>
    <dgm:cxn modelId="{2E8A543A-B359-4543-B5E1-677301E2C833}" type="presOf" srcId="{E61AFEE5-2004-43A9-AA62-07A1459E6FC5}" destId="{5C94DE91-9E75-4D91-BE92-D9F99F6CFA63}" srcOrd="0" destOrd="0" presId="urn:microsoft.com/office/officeart/2005/8/layout/orgChart1"/>
    <dgm:cxn modelId="{C3C54F3B-9589-4255-AAEA-D197D66783F6}" srcId="{DA082FC6-CEB7-4C28-BE1C-7A07147C0630}" destId="{42978307-697D-497A-A2C6-5CE28D391200}" srcOrd="2" destOrd="0" parTransId="{8289592A-2799-48BF-943A-ECD5E2D454F4}" sibTransId="{E8C65E9B-7577-49F6-9D17-BE7135BDECB7}"/>
    <dgm:cxn modelId="{2B80D23B-5A2B-4D63-AF88-2D04D8D865AC}" srcId="{0C87090F-02B0-44D5-BD4B-E5AE0D1FA7F1}" destId="{991DD7BB-FD91-49EE-AAF5-140AB35E43F7}" srcOrd="1" destOrd="0" parTransId="{E3D22BD8-B8F5-4AEB-A8DD-53D6A1A29BAD}" sibTransId="{8C5DE38B-5BD6-4776-8A20-AEE9D7B23E51}"/>
    <dgm:cxn modelId="{BF5B0B5D-8B1F-4564-95C6-A23C4644642F}" type="presOf" srcId="{36515DAA-DE94-4D05-BF16-8D5E13CADE3A}" destId="{4DBA4F6A-F8AE-4914-A988-327CA6072455}" srcOrd="1" destOrd="0" presId="urn:microsoft.com/office/officeart/2005/8/layout/orgChart1"/>
    <dgm:cxn modelId="{C32D9A5F-7A64-4BDB-9744-B4D8DBD943B6}" type="presOf" srcId="{85099202-FE47-440D-A5C6-14F1747DF216}" destId="{57D95E37-AD4D-457D-9FFC-7BB52DB54A0C}" srcOrd="1" destOrd="0" presId="urn:microsoft.com/office/officeart/2005/8/layout/orgChart1"/>
    <dgm:cxn modelId="{83E59B60-86DA-4065-ACB0-342C52D9D3AE}" type="presOf" srcId="{DADE5634-0EE2-4932-ADF3-762CAB7A1BC9}" destId="{2AEF993D-8B66-4A58-8810-0A7ABB406706}" srcOrd="0" destOrd="0" presId="urn:microsoft.com/office/officeart/2005/8/layout/orgChart1"/>
    <dgm:cxn modelId="{A8E5C960-04D9-407F-BB8B-6B240CEC3057}" type="presOf" srcId="{A3C8EDD9-69FA-45FB-9865-E3F14EB0454F}" destId="{FF832D9C-00B9-42AA-B315-0844B9198222}" srcOrd="1" destOrd="0" presId="urn:microsoft.com/office/officeart/2005/8/layout/orgChart1"/>
    <dgm:cxn modelId="{DC152643-8DF0-4056-BFEC-47990B92F129}" type="presOf" srcId="{A97D053E-A973-4364-B69E-A280008FFC90}" destId="{D9BC2F7F-2660-4174-AFD7-8C754034AE8E}" srcOrd="0" destOrd="0" presId="urn:microsoft.com/office/officeart/2005/8/layout/orgChart1"/>
    <dgm:cxn modelId="{3DDBE363-1271-4109-8404-AA82D44EF34A}" type="presOf" srcId="{BF1D701A-DD2D-4121-8BFA-FBE1FBF81F9E}" destId="{CA844FBF-1E7E-4B2F-ABA3-4F9F10FCCA05}" srcOrd="1" destOrd="0" presId="urn:microsoft.com/office/officeart/2005/8/layout/orgChart1"/>
    <dgm:cxn modelId="{49B17D65-6E5E-48F0-B40D-53AEA94A5346}" srcId="{DA082FC6-CEB7-4C28-BE1C-7A07147C0630}" destId="{A42DED5E-3919-412A-8377-DE6122E1AD30}" srcOrd="0" destOrd="0" parTransId="{D05EA4EE-52C7-4A7F-9A69-CD36D787717D}" sibTransId="{4503E061-C76A-43D4-9951-E6976365CBEB}"/>
    <dgm:cxn modelId="{C4C3A866-4F96-435A-BA58-1FC827189882}" type="presOf" srcId="{B1D76931-B2AB-4E2B-A7B7-0CFC65386E2C}" destId="{6B6B3AAF-53F2-40FF-83B7-2EE4F761B36A}" srcOrd="1" destOrd="0" presId="urn:microsoft.com/office/officeart/2005/8/layout/orgChart1"/>
    <dgm:cxn modelId="{F6AF4B67-C43D-4160-A610-565AB36A93C2}" srcId="{D6D663EA-8C9E-4A6C-8696-EA6202B67EB8}" destId="{33E9EE16-10F1-4A31-BCE8-5229263D756D}" srcOrd="1" destOrd="0" parTransId="{8E212715-1532-449B-8DE2-B733A01EAD42}" sibTransId="{D1902289-4796-4D41-A51E-C858A0AAF829}"/>
    <dgm:cxn modelId="{D92C5367-EF83-417D-9AE5-CB202C054082}" type="presOf" srcId="{991DD7BB-FD91-49EE-AAF5-140AB35E43F7}" destId="{60A5E008-EE07-4177-A1E4-A5E0F9422ED0}" srcOrd="1" destOrd="0" presId="urn:microsoft.com/office/officeart/2005/8/layout/orgChart1"/>
    <dgm:cxn modelId="{9BE51F6A-AF3D-4243-A1B8-3BDBE7E742CE}" type="presOf" srcId="{A42DED5E-3919-412A-8377-DE6122E1AD30}" destId="{1A07C9C9-CECB-4CDD-B571-B8BED8209514}" srcOrd="1" destOrd="0" presId="urn:microsoft.com/office/officeart/2005/8/layout/orgChart1"/>
    <dgm:cxn modelId="{82023F4B-F46C-4389-9CBF-F346ACC24F0C}" srcId="{D6D663EA-8C9E-4A6C-8696-EA6202B67EB8}" destId="{52E3AA67-0314-4E1D-9E8D-AA6105685884}" srcOrd="0" destOrd="0" parTransId="{FBCFE6F2-BECD-4C21-AAF5-9F706C541651}" sibTransId="{2CB51283-409C-4D72-A17C-478D108EC8B7}"/>
    <dgm:cxn modelId="{A69DE76D-7647-4874-87FB-C091E05119B7}" type="presOf" srcId="{7A7695DF-2B28-404E-9784-91A1EA326978}" destId="{76EFBF3C-A68E-4BFD-B6C9-587DD54AA47C}" srcOrd="0" destOrd="0" presId="urn:microsoft.com/office/officeart/2005/8/layout/orgChart1"/>
    <dgm:cxn modelId="{3FC0DD4F-9563-410F-AA2E-301BCB8C0B77}" srcId="{FD232244-93C4-4CB9-BC2D-C0EABD980E71}" destId="{E99D9F2F-82CE-4442-8CCB-D45C4087EC29}" srcOrd="0" destOrd="0" parTransId="{81D0565B-0100-45D4-A549-54685C93E51B}" sibTransId="{9B869A10-D3A9-4646-A49B-15287226CDBC}"/>
    <dgm:cxn modelId="{211FA553-A571-4352-89CC-3E2BC28DA01F}" type="presOf" srcId="{52E3AA67-0314-4E1D-9E8D-AA6105685884}" destId="{EECD452F-87DD-4956-927B-7327BA3C6C26}" srcOrd="1" destOrd="0" presId="urn:microsoft.com/office/officeart/2005/8/layout/orgChart1"/>
    <dgm:cxn modelId="{ABAC5C58-1F42-4BD5-9147-00EE18F70B2E}" type="presOf" srcId="{100B635B-19F5-4D0B-968E-84F6A4C87516}" destId="{14D32ACD-86BD-4526-8A01-294E3EF22BD4}" srcOrd="0" destOrd="0" presId="urn:microsoft.com/office/officeart/2005/8/layout/orgChart1"/>
    <dgm:cxn modelId="{2FE39589-CA5D-4535-BCB5-D45DCBE9EE6E}" type="presOf" srcId="{6FD54DCC-0420-4B69-949E-C600DAC3EA80}" destId="{DE3FE7A0-9AAB-47C3-97BB-02A5DB80D4F2}" srcOrd="1" destOrd="0" presId="urn:microsoft.com/office/officeart/2005/8/layout/orgChart1"/>
    <dgm:cxn modelId="{95D1D58A-EC0C-4EF5-A146-334F2DC0051C}" type="presOf" srcId="{48F43ED3-A177-4096-B556-EB782F87985E}" destId="{A9C4B261-6F8E-4104-AB0E-692EDE24B707}" srcOrd="0" destOrd="0" presId="urn:microsoft.com/office/officeart/2005/8/layout/orgChart1"/>
    <dgm:cxn modelId="{DEF12D8F-C068-4319-BB4C-65E2A91A59AF}" type="presOf" srcId="{A42DED5E-3919-412A-8377-DE6122E1AD30}" destId="{E86C25E4-6A91-4DD5-9735-30478895D3C8}" srcOrd="0" destOrd="0" presId="urn:microsoft.com/office/officeart/2005/8/layout/orgChart1"/>
    <dgm:cxn modelId="{30E0B992-157A-405B-8572-770CFD4D21A1}" srcId="{19599602-9E94-449B-AE02-46C30491E28C}" destId="{0C87090F-02B0-44D5-BD4B-E5AE0D1FA7F1}" srcOrd="2" destOrd="0" parTransId="{48F43ED3-A177-4096-B556-EB782F87985E}" sibTransId="{24E0BA02-AFC8-4BBC-85FF-8CECFE2FDD5C}"/>
    <dgm:cxn modelId="{84AD2A95-E066-4265-B269-FC15E2404E89}" type="presOf" srcId="{8E212715-1532-449B-8DE2-B733A01EAD42}" destId="{71C44658-F0BD-4E18-9160-E2DF1684AFB7}" srcOrd="0" destOrd="0" presId="urn:microsoft.com/office/officeart/2005/8/layout/orgChart1"/>
    <dgm:cxn modelId="{BBEF4D95-0EC5-48B5-87AF-259B29565FD6}" type="presOf" srcId="{8289592A-2799-48BF-943A-ECD5E2D454F4}" destId="{EE5FF028-7449-4C56-9A2A-11B7B83BE57E}" srcOrd="0" destOrd="0" presId="urn:microsoft.com/office/officeart/2005/8/layout/orgChart1"/>
    <dgm:cxn modelId="{85C3F896-659E-4079-A48D-8D463E881B44}" type="presOf" srcId="{3378893F-0227-4C99-A5BE-F0441622DD25}" destId="{3029304A-3FFB-4A7C-8379-910C47AA9047}" srcOrd="0" destOrd="0" presId="urn:microsoft.com/office/officeart/2005/8/layout/orgChart1"/>
    <dgm:cxn modelId="{6FB40F97-0362-4C12-BDEC-47E643429F00}" type="presOf" srcId="{19599602-9E94-449B-AE02-46C30491E28C}" destId="{B7C14D76-6742-4124-BE7A-E0EA17651035}" srcOrd="0" destOrd="0" presId="urn:microsoft.com/office/officeart/2005/8/layout/orgChart1"/>
    <dgm:cxn modelId="{6C22C89F-C8C9-4003-893C-BE99089A6E38}" type="presOf" srcId="{E99D9F2F-82CE-4442-8CCB-D45C4087EC29}" destId="{AEB3F909-62FF-4EBC-87AF-168DB03F461D}" srcOrd="1" destOrd="0" presId="urn:microsoft.com/office/officeart/2005/8/layout/orgChart1"/>
    <dgm:cxn modelId="{BE2558A0-F742-43EA-9B88-CA3184538156}" type="presOf" srcId="{81D0565B-0100-45D4-A549-54685C93E51B}" destId="{454CEA47-053A-4EE7-A43F-56B9CE3EAB29}" srcOrd="0" destOrd="0" presId="urn:microsoft.com/office/officeart/2005/8/layout/orgChart1"/>
    <dgm:cxn modelId="{F6AC2AA1-2216-4749-8310-6C6E7B76DE1F}" srcId="{6FD54DCC-0420-4B69-949E-C600DAC3EA80}" destId="{FD232244-93C4-4CB9-BC2D-C0EABD980E71}" srcOrd="0" destOrd="0" parTransId="{ECB58212-B05A-433B-BF12-E4200185A503}" sibTransId="{1D88A1D5-D171-45BB-8DEE-A7140697DC14}"/>
    <dgm:cxn modelId="{68BA29A4-51B5-4265-B32E-838DF5CA6627}" type="presOf" srcId="{52E3AA67-0314-4E1D-9E8D-AA6105685884}" destId="{DE837683-8184-483D-9C62-D75F06D2D3B0}" srcOrd="0" destOrd="0" presId="urn:microsoft.com/office/officeart/2005/8/layout/orgChart1"/>
    <dgm:cxn modelId="{5A2BF8A4-85B7-4B26-9D06-E631314B4876}" type="presOf" srcId="{E3D22BD8-B8F5-4AEB-A8DD-53D6A1A29BAD}" destId="{496F484F-020A-45A8-AFE2-19A7182C3BCA}" srcOrd="0" destOrd="0" presId="urn:microsoft.com/office/officeart/2005/8/layout/orgChart1"/>
    <dgm:cxn modelId="{14E26DA5-3A56-4E08-875C-D6393177CBB5}" type="presOf" srcId="{33E9EE16-10F1-4A31-BCE8-5229263D756D}" destId="{BD32077D-8E0E-49F7-9919-0A7573D0563B}" srcOrd="0" destOrd="0" presId="urn:microsoft.com/office/officeart/2005/8/layout/orgChart1"/>
    <dgm:cxn modelId="{2A6669AA-D969-419E-A96C-4E19A882A550}" srcId="{3378893F-0227-4C99-A5BE-F0441622DD25}" destId="{DA082FC6-CEB7-4C28-BE1C-7A07147C0630}" srcOrd="1" destOrd="0" parTransId="{DADE5634-0EE2-4932-ADF3-762CAB7A1BC9}" sibTransId="{1D990E49-68AA-4DA1-9A8C-4442DB9BE831}"/>
    <dgm:cxn modelId="{1E087FAB-745A-42DC-98B5-FC81809F2E19}" type="presOf" srcId="{AEBE8411-CD69-4CF5-91CE-3D28B6A425C5}" destId="{11BD1BCE-F949-4B31-9100-C7DA49145774}" srcOrd="0" destOrd="0" presId="urn:microsoft.com/office/officeart/2005/8/layout/orgChart1"/>
    <dgm:cxn modelId="{62AE29AD-6D4B-468C-85C4-196F157D65D5}" type="presOf" srcId="{0C87090F-02B0-44D5-BD4B-E5AE0D1FA7F1}" destId="{2E89E2E4-8FEB-4C15-88B5-EB49DD054274}" srcOrd="1" destOrd="0" presId="urn:microsoft.com/office/officeart/2005/8/layout/orgChart1"/>
    <dgm:cxn modelId="{AAE68FAE-C1BA-40DF-8E63-F85F71A61235}" type="presOf" srcId="{0C87090F-02B0-44D5-BD4B-E5AE0D1FA7F1}" destId="{B782B5CC-5C61-4468-BE2B-006779DD5748}" srcOrd="0" destOrd="0" presId="urn:microsoft.com/office/officeart/2005/8/layout/orgChart1"/>
    <dgm:cxn modelId="{CDBDACAF-8518-4F7A-8884-3D1509597074}" type="presOf" srcId="{E6E5B594-5BCC-4B26-A0E4-91E049B64B58}" destId="{F741A695-8300-4EFB-B307-3772E8CF4C2E}" srcOrd="0" destOrd="0" presId="urn:microsoft.com/office/officeart/2005/8/layout/orgChart1"/>
    <dgm:cxn modelId="{7A02F5AF-F9F5-4778-A66E-DE024A3A34D9}" srcId="{9EFAFD96-3601-4F17-BB82-DBBBA6C512D5}" destId="{19599602-9E94-449B-AE02-46C30491E28C}" srcOrd="0" destOrd="0" parTransId="{FF371F54-3EAD-4229-B33D-30FA8E522AE4}" sibTransId="{2A88706E-F8B3-4E84-B216-AB828E178267}"/>
    <dgm:cxn modelId="{BBA20AB0-B725-4550-B9F8-E882CB15B6F8}" type="presOf" srcId="{62ED3618-186A-4AE5-A334-6262FBDBD773}" destId="{B9201C12-B927-41B3-A22F-36BA32A11FCF}" srcOrd="0" destOrd="0" presId="urn:microsoft.com/office/officeart/2005/8/layout/orgChart1"/>
    <dgm:cxn modelId="{D8CAC3B0-A75F-4608-B251-C64DF197784A}" type="presOf" srcId="{3378893F-0227-4C99-A5BE-F0441622DD25}" destId="{7B336B60-DAA5-4CFB-9400-33C97E8A849E}" srcOrd="1" destOrd="0" presId="urn:microsoft.com/office/officeart/2005/8/layout/orgChart1"/>
    <dgm:cxn modelId="{24A52EB1-0EF3-406E-A841-87EB74DFEF4C}" srcId="{FD232244-93C4-4CB9-BC2D-C0EABD980E71}" destId="{AEBE8411-CD69-4CF5-91CE-3D28B6A425C5}" srcOrd="2" destOrd="0" parTransId="{C8D74D91-7A33-4B93-AE2F-283961CDA5B5}" sibTransId="{EA58687B-4355-4920-8B4C-B88C2EB3083B}"/>
    <dgm:cxn modelId="{C1C005BA-CE91-41AB-96F3-6A5185572FF3}" type="presOf" srcId="{BF1D701A-DD2D-4121-8BFA-FBE1FBF81F9E}" destId="{A7648C1D-732F-4010-9A27-E27A96854C2C}" srcOrd="0" destOrd="0" presId="urn:microsoft.com/office/officeart/2005/8/layout/orgChart1"/>
    <dgm:cxn modelId="{E88415BA-E794-4E80-948E-B2763170ED88}" type="presOf" srcId="{180E3A64-01C7-4104-8C89-A252D103BCDA}" destId="{E9485714-A7B0-41F7-B36E-840B98C8B03F}" srcOrd="0" destOrd="0" presId="urn:microsoft.com/office/officeart/2005/8/layout/orgChart1"/>
    <dgm:cxn modelId="{DB74DDBC-118F-45CC-AE8D-E287990A1E3E}" type="presOf" srcId="{EB91BF2D-DC25-4A75-88EA-549D335414B6}" destId="{F43AFF53-ACB7-4637-8442-3D7AAEF34C79}" srcOrd="0" destOrd="0" presId="urn:microsoft.com/office/officeart/2005/8/layout/orgChart1"/>
    <dgm:cxn modelId="{6A57D7C2-57CE-4C0D-A604-61CAD3E8EB44}" type="presOf" srcId="{85099202-FE47-440D-A5C6-14F1747DF216}" destId="{24B2FC4D-5281-4427-A3B1-BE96F2144E1D}" srcOrd="0" destOrd="0" presId="urn:microsoft.com/office/officeart/2005/8/layout/orgChart1"/>
    <dgm:cxn modelId="{DF74F1C6-2B0B-4FA3-9129-E7CD777BA30F}" type="presOf" srcId="{728CB894-4164-4F00-A408-6FBB55E5F39A}" destId="{433D371D-FC4F-4F24-83E4-1CB255D347F4}" srcOrd="1" destOrd="0" presId="urn:microsoft.com/office/officeart/2005/8/layout/orgChart1"/>
    <dgm:cxn modelId="{801C22C7-1C0F-44EF-839E-A030B3D15017}" srcId="{A97D053E-A973-4364-B69E-A280008FFC90}" destId="{BF1D701A-DD2D-4121-8BFA-FBE1FBF81F9E}" srcOrd="0" destOrd="0" parTransId="{E61AFEE5-2004-43A9-AA62-07A1459E6FC5}" sibTransId="{B0000C6F-B2A3-4526-8C16-C73AEA735EAF}"/>
    <dgm:cxn modelId="{4BB89DC9-2059-421D-8FD7-EB1462E6B1FA}" srcId="{FD232244-93C4-4CB9-BC2D-C0EABD980E71}" destId="{85099202-FE47-440D-A5C6-14F1747DF216}" srcOrd="1" destOrd="0" parTransId="{EB91BF2D-DC25-4A75-88EA-549D335414B6}" sibTransId="{CB63EAB7-BCA9-452E-9BCF-71ADF9CAEBB4}"/>
    <dgm:cxn modelId="{2BBFE0CB-7EA9-4048-B997-094B4E858D3D}" srcId="{DA082FC6-CEB7-4C28-BE1C-7A07147C0630}" destId="{36515DAA-DE94-4D05-BF16-8D5E13CADE3A}" srcOrd="1" destOrd="0" parTransId="{15779972-6EB7-4A17-A8F4-C736B5F0CED0}" sibTransId="{D6A2C69D-961B-4FA1-8F05-385D9A2E46C1}"/>
    <dgm:cxn modelId="{B958B7CD-3B42-4A40-90D6-A877B11016F0}" type="presOf" srcId="{ECB58212-B05A-433B-BF12-E4200185A503}" destId="{E6BFFAF9-CD7F-45B9-A5A5-E5A2A0CC0DA0}" srcOrd="0" destOrd="0" presId="urn:microsoft.com/office/officeart/2005/8/layout/orgChart1"/>
    <dgm:cxn modelId="{46ADCBD1-0A2B-4865-8D2E-27657598558D}" type="presOf" srcId="{36515DAA-DE94-4D05-BF16-8D5E13CADE3A}" destId="{76F7C283-D6E4-4332-A475-5519776C86ED}" srcOrd="0" destOrd="0" presId="urn:microsoft.com/office/officeart/2005/8/layout/orgChart1"/>
    <dgm:cxn modelId="{414344DC-B63E-448A-BBBB-D95B672D6F6B}" type="presOf" srcId="{E99D9F2F-82CE-4442-8CCB-D45C4087EC29}" destId="{BE68B01C-A925-4816-9E55-A70DA214B70D}" srcOrd="0" destOrd="0" presId="urn:microsoft.com/office/officeart/2005/8/layout/orgChart1"/>
    <dgm:cxn modelId="{A1A039DF-9E6B-43EB-990B-C1C9FD5AEA75}" type="presOf" srcId="{FD232244-93C4-4CB9-BC2D-C0EABD980E71}" destId="{2E94A441-8DB6-42FE-B080-B3DA4F8B5A64}" srcOrd="1" destOrd="0" presId="urn:microsoft.com/office/officeart/2005/8/layout/orgChart1"/>
    <dgm:cxn modelId="{40B3CDE6-931D-4F63-A247-0E6071F1F6D0}" type="presOf" srcId="{E3E74F59-3F0E-4EEF-A95D-26F6D28620C6}" destId="{3F4C61A2-9EC0-4639-B105-FD0F14D4A30E}" srcOrd="0" destOrd="0" presId="urn:microsoft.com/office/officeart/2005/8/layout/orgChart1"/>
    <dgm:cxn modelId="{A9A39EE7-F441-4563-AFFD-666EC4C4FD54}" srcId="{19599602-9E94-449B-AE02-46C30491E28C}" destId="{6FD54DCC-0420-4B69-949E-C600DAC3EA80}" srcOrd="0" destOrd="0" parTransId="{6F5CF077-1342-46A1-93F1-68D7723F3F8C}" sibTransId="{CE57F18C-7754-4245-BB8D-0DDD9139AB8E}"/>
    <dgm:cxn modelId="{46534EEA-5E1B-4286-A419-6EEA6D2F8CA3}" type="presOf" srcId="{C8D74D91-7A33-4B93-AE2F-283961CDA5B5}" destId="{761054F9-174F-4D23-8637-341D02BEF5A6}" srcOrd="0" destOrd="0" presId="urn:microsoft.com/office/officeart/2005/8/layout/orgChart1"/>
    <dgm:cxn modelId="{1F827AEA-4C4F-41C0-8843-BB57E1A0D369}" type="presOf" srcId="{D6D663EA-8C9E-4A6C-8696-EA6202B67EB8}" destId="{4BBBCFE0-3649-48A6-9428-A6E66668788F}" srcOrd="0" destOrd="0" presId="urn:microsoft.com/office/officeart/2005/8/layout/orgChart1"/>
    <dgm:cxn modelId="{6FB07AEB-FEF1-4477-8BC6-229DF6483D33}" type="presOf" srcId="{D6D663EA-8C9E-4A6C-8696-EA6202B67EB8}" destId="{671567AB-A6CF-4E60-B49B-70E93C322498}" srcOrd="1" destOrd="0" presId="urn:microsoft.com/office/officeart/2005/8/layout/orgChart1"/>
    <dgm:cxn modelId="{CC08C1EB-19B9-454A-B003-F814BD1AE6FA}" type="presOf" srcId="{728CB894-4164-4F00-A408-6FBB55E5F39A}" destId="{E4D7B2F4-4867-491F-97DC-16D1DD4E9A03}" srcOrd="0" destOrd="0" presId="urn:microsoft.com/office/officeart/2005/8/layout/orgChart1"/>
    <dgm:cxn modelId="{B95B7BEC-4C3A-40AF-9395-4D83DEB6A636}" type="presOf" srcId="{B1D76931-B2AB-4E2B-A7B7-0CFC65386E2C}" destId="{6F86977C-989C-481E-9085-E2F9D7CD1239}" srcOrd="0" destOrd="0" presId="urn:microsoft.com/office/officeart/2005/8/layout/orgChart1"/>
    <dgm:cxn modelId="{9DCEB5EF-99CE-4EE6-B3FE-AD2C7A17D19A}" type="presOf" srcId="{6FD54DCC-0420-4B69-949E-C600DAC3EA80}" destId="{34D6F5C0-666D-47B1-A327-2BB53F029F0C}" srcOrd="0" destOrd="0" presId="urn:microsoft.com/office/officeart/2005/8/layout/orgChart1"/>
    <dgm:cxn modelId="{23F420F0-3B38-441C-B095-7A36772F1478}" type="presOf" srcId="{42978307-697D-497A-A2C6-5CE28D391200}" destId="{8564A281-DF93-4518-A5D3-8AF1813BDE58}" srcOrd="1" destOrd="0" presId="urn:microsoft.com/office/officeart/2005/8/layout/orgChart1"/>
    <dgm:cxn modelId="{EC6A2BF5-2179-4E91-858E-D3A599049F4B}" type="presOf" srcId="{0269C22A-A20B-4CCC-917A-8B311E437315}" destId="{BFB351AF-903E-4C38-9502-A112476FF58F}" srcOrd="0" destOrd="0" presId="urn:microsoft.com/office/officeart/2005/8/layout/orgChart1"/>
    <dgm:cxn modelId="{42C67DF5-9361-464C-8A03-DA7D6FA66A20}" type="presOf" srcId="{DA082FC6-CEB7-4C28-BE1C-7A07147C0630}" destId="{65D7C919-1C1B-47C5-84BE-3E35EA6F1D31}" srcOrd="0" destOrd="0" presId="urn:microsoft.com/office/officeart/2005/8/layout/orgChart1"/>
    <dgm:cxn modelId="{DB8823F9-F1A1-4721-BFBB-8B76625BCB5C}" srcId="{0C87090F-02B0-44D5-BD4B-E5AE0D1FA7F1}" destId="{728CB894-4164-4F00-A408-6FBB55E5F39A}" srcOrd="2" destOrd="0" parTransId="{7A7695DF-2B28-404E-9784-91A1EA326978}" sibTransId="{B456C597-77EF-44A9-BE78-7B938D66A3D2}"/>
    <dgm:cxn modelId="{ADD8B3FB-7DE8-465E-8982-21A59F680A60}" type="presOf" srcId="{A97D053E-A973-4364-B69E-A280008FFC90}" destId="{BE4F8092-9478-4097-8A43-A16E80AB154A}" srcOrd="1" destOrd="0" presId="urn:microsoft.com/office/officeart/2005/8/layout/orgChart1"/>
    <dgm:cxn modelId="{EA0A33FF-C9DA-4EB2-90B4-F0544FF66588}" type="presOf" srcId="{9EFAFD96-3601-4F17-BB82-DBBBA6C512D5}" destId="{836C9FC2-51A3-4427-8697-35C848E7F84A}" srcOrd="0" destOrd="0" presId="urn:microsoft.com/office/officeart/2005/8/layout/orgChart1"/>
    <dgm:cxn modelId="{E37CC845-CF01-48C5-BC2D-8DF02FCFA2B0}" type="presParOf" srcId="{836C9FC2-51A3-4427-8697-35C848E7F84A}" destId="{934DF935-AD38-4E5D-A967-7FDB28EC9F2D}" srcOrd="0" destOrd="0" presId="urn:microsoft.com/office/officeart/2005/8/layout/orgChart1"/>
    <dgm:cxn modelId="{4A901DDF-81F8-4AFE-9F74-4BE54158B6FE}" type="presParOf" srcId="{934DF935-AD38-4E5D-A967-7FDB28EC9F2D}" destId="{AD200AEA-24F6-4D77-BFA4-FA5AFB28AEB5}" srcOrd="0" destOrd="0" presId="urn:microsoft.com/office/officeart/2005/8/layout/orgChart1"/>
    <dgm:cxn modelId="{7F145751-55B3-49F5-8A67-BAA847689FD9}" type="presParOf" srcId="{AD200AEA-24F6-4D77-BFA4-FA5AFB28AEB5}" destId="{B7C14D76-6742-4124-BE7A-E0EA17651035}" srcOrd="0" destOrd="0" presId="urn:microsoft.com/office/officeart/2005/8/layout/orgChart1"/>
    <dgm:cxn modelId="{79C540DC-739F-4286-9D97-17E27EAF02D2}" type="presParOf" srcId="{AD200AEA-24F6-4D77-BFA4-FA5AFB28AEB5}" destId="{8D28CFAA-9BFD-4CE8-A675-73FF6D3D89A3}" srcOrd="1" destOrd="0" presId="urn:microsoft.com/office/officeart/2005/8/layout/orgChart1"/>
    <dgm:cxn modelId="{B4FD1D73-5CE5-4A5D-A294-05DBAF38D644}" type="presParOf" srcId="{934DF935-AD38-4E5D-A967-7FDB28EC9F2D}" destId="{9870D3D3-43AE-45C7-A422-1257B43F17E2}" srcOrd="1" destOrd="0" presId="urn:microsoft.com/office/officeart/2005/8/layout/orgChart1"/>
    <dgm:cxn modelId="{F524E670-8253-49D7-B42A-DE2941B330A0}" type="presParOf" srcId="{9870D3D3-43AE-45C7-A422-1257B43F17E2}" destId="{BCA6CD22-DEA4-4281-88A6-F7F49407A08F}" srcOrd="0" destOrd="0" presId="urn:microsoft.com/office/officeart/2005/8/layout/orgChart1"/>
    <dgm:cxn modelId="{A3211DC1-EC2D-4BB8-8891-99CD73AFA2C8}" type="presParOf" srcId="{9870D3D3-43AE-45C7-A422-1257B43F17E2}" destId="{EF3B73B2-28A6-488D-AFB3-57563C8FEA84}" srcOrd="1" destOrd="0" presId="urn:microsoft.com/office/officeart/2005/8/layout/orgChart1"/>
    <dgm:cxn modelId="{AA2BE39D-5D00-4053-9ED4-0B3E0A623923}" type="presParOf" srcId="{EF3B73B2-28A6-488D-AFB3-57563C8FEA84}" destId="{74F99ACC-5C2C-43DA-AD44-E4391CC491A0}" srcOrd="0" destOrd="0" presId="urn:microsoft.com/office/officeart/2005/8/layout/orgChart1"/>
    <dgm:cxn modelId="{65DB9ADB-3868-4FA3-8953-13A186FBC5A5}" type="presParOf" srcId="{74F99ACC-5C2C-43DA-AD44-E4391CC491A0}" destId="{34D6F5C0-666D-47B1-A327-2BB53F029F0C}" srcOrd="0" destOrd="0" presId="urn:microsoft.com/office/officeart/2005/8/layout/orgChart1"/>
    <dgm:cxn modelId="{CFDE7096-45D8-4D99-B3C4-4A8F97D1543E}" type="presParOf" srcId="{74F99ACC-5C2C-43DA-AD44-E4391CC491A0}" destId="{DE3FE7A0-9AAB-47C3-97BB-02A5DB80D4F2}" srcOrd="1" destOrd="0" presId="urn:microsoft.com/office/officeart/2005/8/layout/orgChart1"/>
    <dgm:cxn modelId="{296E855C-2A4E-46E4-85DE-0DDFFB85944D}" type="presParOf" srcId="{EF3B73B2-28A6-488D-AFB3-57563C8FEA84}" destId="{BC8B0148-730F-4C2E-B3DF-717272C6E7BF}" srcOrd="1" destOrd="0" presId="urn:microsoft.com/office/officeart/2005/8/layout/orgChart1"/>
    <dgm:cxn modelId="{594A092C-D684-4195-93AC-263A1154CC96}" type="presParOf" srcId="{BC8B0148-730F-4C2E-B3DF-717272C6E7BF}" destId="{E6BFFAF9-CD7F-45B9-A5A5-E5A2A0CC0DA0}" srcOrd="0" destOrd="0" presId="urn:microsoft.com/office/officeart/2005/8/layout/orgChart1"/>
    <dgm:cxn modelId="{42F9672B-18FD-47F5-A5D1-35C2B78BBEAC}" type="presParOf" srcId="{BC8B0148-730F-4C2E-B3DF-717272C6E7BF}" destId="{00B830E8-D1E9-4E9C-B714-BF5D5F38398E}" srcOrd="1" destOrd="0" presId="urn:microsoft.com/office/officeart/2005/8/layout/orgChart1"/>
    <dgm:cxn modelId="{7BC7D663-92A9-481B-8E89-9B53681AC563}" type="presParOf" srcId="{00B830E8-D1E9-4E9C-B714-BF5D5F38398E}" destId="{E5F7732C-7971-4AE3-8CA5-C0D707A26B67}" srcOrd="0" destOrd="0" presId="urn:microsoft.com/office/officeart/2005/8/layout/orgChart1"/>
    <dgm:cxn modelId="{2C4D058A-D861-4908-B83C-1DF04E7D35C5}" type="presParOf" srcId="{E5F7732C-7971-4AE3-8CA5-C0D707A26B67}" destId="{B0E82138-2523-40D4-B852-EE2D173850D4}" srcOrd="0" destOrd="0" presId="urn:microsoft.com/office/officeart/2005/8/layout/orgChart1"/>
    <dgm:cxn modelId="{75E23709-C995-4986-A379-C0090B8946D0}" type="presParOf" srcId="{E5F7732C-7971-4AE3-8CA5-C0D707A26B67}" destId="{2E94A441-8DB6-42FE-B080-B3DA4F8B5A64}" srcOrd="1" destOrd="0" presId="urn:microsoft.com/office/officeart/2005/8/layout/orgChart1"/>
    <dgm:cxn modelId="{4E8F05BE-0723-4074-801E-FFBF5E870A8B}" type="presParOf" srcId="{00B830E8-D1E9-4E9C-B714-BF5D5F38398E}" destId="{8D811494-05DB-4CC6-A87B-4922CEA47274}" srcOrd="1" destOrd="0" presId="urn:microsoft.com/office/officeart/2005/8/layout/orgChart1"/>
    <dgm:cxn modelId="{8306C66D-B494-46B7-8D18-2636E28034FE}" type="presParOf" srcId="{8D811494-05DB-4CC6-A87B-4922CEA47274}" destId="{454CEA47-053A-4EE7-A43F-56B9CE3EAB29}" srcOrd="0" destOrd="0" presId="urn:microsoft.com/office/officeart/2005/8/layout/orgChart1"/>
    <dgm:cxn modelId="{25814481-1F6D-457B-B657-4FAE5A5B8A9B}" type="presParOf" srcId="{8D811494-05DB-4CC6-A87B-4922CEA47274}" destId="{ACD303BC-04FB-4A15-9DFA-2A77EFA32C7C}" srcOrd="1" destOrd="0" presId="urn:microsoft.com/office/officeart/2005/8/layout/orgChart1"/>
    <dgm:cxn modelId="{2501C8F4-A462-4CC3-8D8B-F3DEEBF7F6CD}" type="presParOf" srcId="{ACD303BC-04FB-4A15-9DFA-2A77EFA32C7C}" destId="{7D4843AF-3683-4021-8C1F-F4638AEC27B3}" srcOrd="0" destOrd="0" presId="urn:microsoft.com/office/officeart/2005/8/layout/orgChart1"/>
    <dgm:cxn modelId="{D4537AB7-F4D5-4A9C-AE0A-5373CD449F26}" type="presParOf" srcId="{7D4843AF-3683-4021-8C1F-F4638AEC27B3}" destId="{BE68B01C-A925-4816-9E55-A70DA214B70D}" srcOrd="0" destOrd="0" presId="urn:microsoft.com/office/officeart/2005/8/layout/orgChart1"/>
    <dgm:cxn modelId="{F938FBB9-7C52-467D-B8C8-2E5B9AF0FDB1}" type="presParOf" srcId="{7D4843AF-3683-4021-8C1F-F4638AEC27B3}" destId="{AEB3F909-62FF-4EBC-87AF-168DB03F461D}" srcOrd="1" destOrd="0" presId="urn:microsoft.com/office/officeart/2005/8/layout/orgChart1"/>
    <dgm:cxn modelId="{D29CFFC8-A66E-4957-8860-5DB12D09AC07}" type="presParOf" srcId="{ACD303BC-04FB-4A15-9DFA-2A77EFA32C7C}" destId="{BC6A750D-8C10-4ACB-97D6-58599F6483F2}" srcOrd="1" destOrd="0" presId="urn:microsoft.com/office/officeart/2005/8/layout/orgChart1"/>
    <dgm:cxn modelId="{7104EC2D-8778-41C4-9C9C-FA63CE8A3E10}" type="presParOf" srcId="{ACD303BC-04FB-4A15-9DFA-2A77EFA32C7C}" destId="{892E88DF-94A8-4FD2-8C22-D65D48E6DFD4}" srcOrd="2" destOrd="0" presId="urn:microsoft.com/office/officeart/2005/8/layout/orgChart1"/>
    <dgm:cxn modelId="{A0F78CF2-CF5D-40B0-823E-200FFAA514FE}" type="presParOf" srcId="{8D811494-05DB-4CC6-A87B-4922CEA47274}" destId="{F43AFF53-ACB7-4637-8442-3D7AAEF34C79}" srcOrd="2" destOrd="0" presId="urn:microsoft.com/office/officeart/2005/8/layout/orgChart1"/>
    <dgm:cxn modelId="{D8E868A3-AA88-425F-B5EA-3012DDEE3968}" type="presParOf" srcId="{8D811494-05DB-4CC6-A87B-4922CEA47274}" destId="{35D4C20E-0EB8-49EE-9DD1-2A24DDD267BD}" srcOrd="3" destOrd="0" presId="urn:microsoft.com/office/officeart/2005/8/layout/orgChart1"/>
    <dgm:cxn modelId="{C2D56F08-7E59-401F-8C5A-26E42F1E7599}" type="presParOf" srcId="{35D4C20E-0EB8-49EE-9DD1-2A24DDD267BD}" destId="{B181C58E-6837-4599-ABD7-D1D3B4223220}" srcOrd="0" destOrd="0" presId="urn:microsoft.com/office/officeart/2005/8/layout/orgChart1"/>
    <dgm:cxn modelId="{6EEC4F44-ADA6-4A3E-A13C-0C2EACE6CD12}" type="presParOf" srcId="{B181C58E-6837-4599-ABD7-D1D3B4223220}" destId="{24B2FC4D-5281-4427-A3B1-BE96F2144E1D}" srcOrd="0" destOrd="0" presId="urn:microsoft.com/office/officeart/2005/8/layout/orgChart1"/>
    <dgm:cxn modelId="{ABB4DCD5-0037-45C1-8FA9-259278D5726B}" type="presParOf" srcId="{B181C58E-6837-4599-ABD7-D1D3B4223220}" destId="{57D95E37-AD4D-457D-9FFC-7BB52DB54A0C}" srcOrd="1" destOrd="0" presId="urn:microsoft.com/office/officeart/2005/8/layout/orgChart1"/>
    <dgm:cxn modelId="{0A3DDCB1-347F-484B-9277-678A2BBE313C}" type="presParOf" srcId="{35D4C20E-0EB8-49EE-9DD1-2A24DDD267BD}" destId="{640CD733-2C92-4DD8-B04D-2E0C98DF3A91}" srcOrd="1" destOrd="0" presId="urn:microsoft.com/office/officeart/2005/8/layout/orgChart1"/>
    <dgm:cxn modelId="{3B3ADE9A-217E-4D0D-804C-CEE7C2436C7C}" type="presParOf" srcId="{35D4C20E-0EB8-49EE-9DD1-2A24DDD267BD}" destId="{350246E0-2B3C-4BF5-8055-C21261DD2B12}" srcOrd="2" destOrd="0" presId="urn:microsoft.com/office/officeart/2005/8/layout/orgChart1"/>
    <dgm:cxn modelId="{2197FB90-BFFC-47A3-A464-3A3EF7D50496}" type="presParOf" srcId="{8D811494-05DB-4CC6-A87B-4922CEA47274}" destId="{761054F9-174F-4D23-8637-341D02BEF5A6}" srcOrd="4" destOrd="0" presId="urn:microsoft.com/office/officeart/2005/8/layout/orgChart1"/>
    <dgm:cxn modelId="{55E9E484-D9CC-4EE0-9AC5-A191CE0B8EF7}" type="presParOf" srcId="{8D811494-05DB-4CC6-A87B-4922CEA47274}" destId="{6EB78E2C-BB56-407B-908C-2B87600591AD}" srcOrd="5" destOrd="0" presId="urn:microsoft.com/office/officeart/2005/8/layout/orgChart1"/>
    <dgm:cxn modelId="{5CC2D62D-4393-48F4-877F-5225F9FE06A2}" type="presParOf" srcId="{6EB78E2C-BB56-407B-908C-2B87600591AD}" destId="{A675601B-3D26-4BF0-9E2A-A23978405D76}" srcOrd="0" destOrd="0" presId="urn:microsoft.com/office/officeart/2005/8/layout/orgChart1"/>
    <dgm:cxn modelId="{C0DF7493-BF8D-4EF5-9117-CD50B0AB61D4}" type="presParOf" srcId="{A675601B-3D26-4BF0-9E2A-A23978405D76}" destId="{11BD1BCE-F949-4B31-9100-C7DA49145774}" srcOrd="0" destOrd="0" presId="urn:microsoft.com/office/officeart/2005/8/layout/orgChart1"/>
    <dgm:cxn modelId="{CFCE4918-A01A-446C-A5BE-B6F31732FD5F}" type="presParOf" srcId="{A675601B-3D26-4BF0-9E2A-A23978405D76}" destId="{7421B10D-EF4E-4396-BD57-16CF904D2B80}" srcOrd="1" destOrd="0" presId="urn:microsoft.com/office/officeart/2005/8/layout/orgChart1"/>
    <dgm:cxn modelId="{9A9F7E00-8265-4E25-918B-35AA8326DF04}" type="presParOf" srcId="{6EB78E2C-BB56-407B-908C-2B87600591AD}" destId="{8D83E881-174E-47EE-960F-D78224507F38}" srcOrd="1" destOrd="0" presId="urn:microsoft.com/office/officeart/2005/8/layout/orgChart1"/>
    <dgm:cxn modelId="{CA761ACE-AF13-4636-92F8-53C3D2F8FBCA}" type="presParOf" srcId="{6EB78E2C-BB56-407B-908C-2B87600591AD}" destId="{E14A944A-3960-44D5-9E88-235ACC8AC661}" srcOrd="2" destOrd="0" presId="urn:microsoft.com/office/officeart/2005/8/layout/orgChart1"/>
    <dgm:cxn modelId="{186FF46F-4DCB-4310-8C44-3F6E203CD43A}" type="presParOf" srcId="{00B830E8-D1E9-4E9C-B714-BF5D5F38398E}" destId="{E2B64E33-1690-47B9-9792-103F86A35C1B}" srcOrd="2" destOrd="0" presId="urn:microsoft.com/office/officeart/2005/8/layout/orgChart1"/>
    <dgm:cxn modelId="{FDE348BF-A3C7-45B8-9615-594315A5C99A}" type="presParOf" srcId="{EF3B73B2-28A6-488D-AFB3-57563C8FEA84}" destId="{6E5BA975-F664-41DD-8C15-99CF54F3EB65}" srcOrd="2" destOrd="0" presId="urn:microsoft.com/office/officeart/2005/8/layout/orgChart1"/>
    <dgm:cxn modelId="{58E5FA9A-3023-44DC-851E-9670E20A28A2}" type="presParOf" srcId="{9870D3D3-43AE-45C7-A422-1257B43F17E2}" destId="{B9201C12-B927-41B3-A22F-36BA32A11FCF}" srcOrd="2" destOrd="0" presId="urn:microsoft.com/office/officeart/2005/8/layout/orgChart1"/>
    <dgm:cxn modelId="{74E80ACE-81B4-4795-9FBD-F86F7697E99C}" type="presParOf" srcId="{9870D3D3-43AE-45C7-A422-1257B43F17E2}" destId="{357CBEB9-3191-4E51-8A8E-98C170F97332}" srcOrd="3" destOrd="0" presId="urn:microsoft.com/office/officeart/2005/8/layout/orgChart1"/>
    <dgm:cxn modelId="{A9AE3957-F294-48E5-89D3-AE44C2FFF4A8}" type="presParOf" srcId="{357CBEB9-3191-4E51-8A8E-98C170F97332}" destId="{E8D54B09-B3C5-4EBE-8128-39E36B1173C1}" srcOrd="0" destOrd="0" presId="urn:microsoft.com/office/officeart/2005/8/layout/orgChart1"/>
    <dgm:cxn modelId="{250CE201-0145-4A5A-A120-8C2D4E0A95DC}" type="presParOf" srcId="{E8D54B09-B3C5-4EBE-8128-39E36B1173C1}" destId="{3029304A-3FFB-4A7C-8379-910C47AA9047}" srcOrd="0" destOrd="0" presId="urn:microsoft.com/office/officeart/2005/8/layout/orgChart1"/>
    <dgm:cxn modelId="{B8144E65-A726-4332-8FF3-D4B0EAC4A758}" type="presParOf" srcId="{E8D54B09-B3C5-4EBE-8128-39E36B1173C1}" destId="{7B336B60-DAA5-4CFB-9400-33C97E8A849E}" srcOrd="1" destOrd="0" presId="urn:microsoft.com/office/officeart/2005/8/layout/orgChart1"/>
    <dgm:cxn modelId="{B07EB35A-08DD-42BF-AA6B-E700E4C30A6E}" type="presParOf" srcId="{357CBEB9-3191-4E51-8A8E-98C170F97332}" destId="{074B359F-9A4C-488C-8099-94C1A909B4CC}" srcOrd="1" destOrd="0" presId="urn:microsoft.com/office/officeart/2005/8/layout/orgChart1"/>
    <dgm:cxn modelId="{B9810BD2-FA54-49ED-96E2-9EE51095BEFD}" type="presParOf" srcId="{074B359F-9A4C-488C-8099-94C1A909B4CC}" destId="{5141CD3D-4BC3-4616-B4D8-B09A17161B3A}" srcOrd="0" destOrd="0" presId="urn:microsoft.com/office/officeart/2005/8/layout/orgChart1"/>
    <dgm:cxn modelId="{9C4D672A-9283-4320-BF7D-C729B1BE8DF3}" type="presParOf" srcId="{074B359F-9A4C-488C-8099-94C1A909B4CC}" destId="{5E2B3A41-F092-466B-94F4-2A9358517D02}" srcOrd="1" destOrd="0" presId="urn:microsoft.com/office/officeart/2005/8/layout/orgChart1"/>
    <dgm:cxn modelId="{5F4A00B3-4BBE-4255-ACF7-C02EF8240F69}" type="presParOf" srcId="{5E2B3A41-F092-466B-94F4-2A9358517D02}" destId="{7F5A3508-FB72-4C31-8D5B-2FB3599E3FE4}" srcOrd="0" destOrd="0" presId="urn:microsoft.com/office/officeart/2005/8/layout/orgChart1"/>
    <dgm:cxn modelId="{675C171D-6608-452A-A223-B17F96C1555D}" type="presParOf" srcId="{7F5A3508-FB72-4C31-8D5B-2FB3599E3FE4}" destId="{4BBBCFE0-3649-48A6-9428-A6E66668788F}" srcOrd="0" destOrd="0" presId="urn:microsoft.com/office/officeart/2005/8/layout/orgChart1"/>
    <dgm:cxn modelId="{C9109E74-524C-4D20-ACEC-D883D46C72C5}" type="presParOf" srcId="{7F5A3508-FB72-4C31-8D5B-2FB3599E3FE4}" destId="{671567AB-A6CF-4E60-B49B-70E93C322498}" srcOrd="1" destOrd="0" presId="urn:microsoft.com/office/officeart/2005/8/layout/orgChart1"/>
    <dgm:cxn modelId="{0BF0798E-4B9D-45DD-9820-D2C31A7E6572}" type="presParOf" srcId="{5E2B3A41-F092-466B-94F4-2A9358517D02}" destId="{870259A2-79D0-42CB-822B-01DF8317FC34}" srcOrd="1" destOrd="0" presId="urn:microsoft.com/office/officeart/2005/8/layout/orgChart1"/>
    <dgm:cxn modelId="{0DE941A1-4A09-49C7-9810-57719D6FFF0E}" type="presParOf" srcId="{870259A2-79D0-42CB-822B-01DF8317FC34}" destId="{7F18480A-A77A-4D6A-937B-374324BEA192}" srcOrd="0" destOrd="0" presId="urn:microsoft.com/office/officeart/2005/8/layout/orgChart1"/>
    <dgm:cxn modelId="{BF427EEC-DCE1-4785-9A89-4DEA152AEA86}" type="presParOf" srcId="{870259A2-79D0-42CB-822B-01DF8317FC34}" destId="{3BCD3750-E65D-4E5B-B1EF-07DD3C812F02}" srcOrd="1" destOrd="0" presId="urn:microsoft.com/office/officeart/2005/8/layout/orgChart1"/>
    <dgm:cxn modelId="{8EDAFF5B-596A-460E-9A31-1315FAFBE4CA}" type="presParOf" srcId="{3BCD3750-E65D-4E5B-B1EF-07DD3C812F02}" destId="{151C0CA4-FCC7-4063-B4D6-E11944E80F19}" srcOrd="0" destOrd="0" presId="urn:microsoft.com/office/officeart/2005/8/layout/orgChart1"/>
    <dgm:cxn modelId="{7E0EFDD9-45F3-46DB-A245-FB1FF14A59CF}" type="presParOf" srcId="{151C0CA4-FCC7-4063-B4D6-E11944E80F19}" destId="{DE837683-8184-483D-9C62-D75F06D2D3B0}" srcOrd="0" destOrd="0" presId="urn:microsoft.com/office/officeart/2005/8/layout/orgChart1"/>
    <dgm:cxn modelId="{BB4C32B2-8E6D-4337-866C-F8B23AF851DB}" type="presParOf" srcId="{151C0CA4-FCC7-4063-B4D6-E11944E80F19}" destId="{EECD452F-87DD-4956-927B-7327BA3C6C26}" srcOrd="1" destOrd="0" presId="urn:microsoft.com/office/officeart/2005/8/layout/orgChart1"/>
    <dgm:cxn modelId="{40448B24-DF4A-4823-8057-D8152CFC4A79}" type="presParOf" srcId="{3BCD3750-E65D-4E5B-B1EF-07DD3C812F02}" destId="{25EC3D33-2153-4E90-9DE3-D259A249A746}" srcOrd="1" destOrd="0" presId="urn:microsoft.com/office/officeart/2005/8/layout/orgChart1"/>
    <dgm:cxn modelId="{B22C2981-029F-461A-986D-0F154AB1133A}" type="presParOf" srcId="{3BCD3750-E65D-4E5B-B1EF-07DD3C812F02}" destId="{85196D51-66EC-40CE-925A-BBD85B8BCB46}" srcOrd="2" destOrd="0" presId="urn:microsoft.com/office/officeart/2005/8/layout/orgChart1"/>
    <dgm:cxn modelId="{05912E89-0124-44C2-9603-28F675D1B471}" type="presParOf" srcId="{870259A2-79D0-42CB-822B-01DF8317FC34}" destId="{71C44658-F0BD-4E18-9160-E2DF1684AFB7}" srcOrd="2" destOrd="0" presId="urn:microsoft.com/office/officeart/2005/8/layout/orgChart1"/>
    <dgm:cxn modelId="{5CF5B8DD-C46E-46FD-A8CD-B43ECA3DAEA5}" type="presParOf" srcId="{870259A2-79D0-42CB-822B-01DF8317FC34}" destId="{EF017868-1ACB-43D5-90D0-E9D8A6FCF557}" srcOrd="3" destOrd="0" presId="urn:microsoft.com/office/officeart/2005/8/layout/orgChart1"/>
    <dgm:cxn modelId="{45812F7F-8F4F-4D30-B8FC-AB0DF37F4570}" type="presParOf" srcId="{EF017868-1ACB-43D5-90D0-E9D8A6FCF557}" destId="{FF2D3D32-A93B-4587-A18A-59C37A18B0C5}" srcOrd="0" destOrd="0" presId="urn:microsoft.com/office/officeart/2005/8/layout/orgChart1"/>
    <dgm:cxn modelId="{C14A1B0A-84F0-4E5C-9FB1-914954BB6F96}" type="presParOf" srcId="{FF2D3D32-A93B-4587-A18A-59C37A18B0C5}" destId="{BD32077D-8E0E-49F7-9919-0A7573D0563B}" srcOrd="0" destOrd="0" presId="urn:microsoft.com/office/officeart/2005/8/layout/orgChart1"/>
    <dgm:cxn modelId="{ED90C98C-9EFF-453B-BB27-9C90A0721AC2}" type="presParOf" srcId="{FF2D3D32-A93B-4587-A18A-59C37A18B0C5}" destId="{B346E76A-0C11-4518-B3FA-BEF8B9D195A2}" srcOrd="1" destOrd="0" presId="urn:microsoft.com/office/officeart/2005/8/layout/orgChart1"/>
    <dgm:cxn modelId="{F9584F7E-D434-46E0-A189-BB72BE572BE7}" type="presParOf" srcId="{EF017868-1ACB-43D5-90D0-E9D8A6FCF557}" destId="{1481BD1F-2AE0-48D5-A4D4-E8C4A22E7C44}" srcOrd="1" destOrd="0" presId="urn:microsoft.com/office/officeart/2005/8/layout/orgChart1"/>
    <dgm:cxn modelId="{5BFC92DA-1AEF-4933-8EF3-D249ACC25BD5}" type="presParOf" srcId="{EF017868-1ACB-43D5-90D0-E9D8A6FCF557}" destId="{2E61949A-C12C-42A9-958E-958AA1718053}" srcOrd="2" destOrd="0" presId="urn:microsoft.com/office/officeart/2005/8/layout/orgChart1"/>
    <dgm:cxn modelId="{BB99C323-5452-42E1-AAFB-D8EA97836805}" type="presParOf" srcId="{5E2B3A41-F092-466B-94F4-2A9358517D02}" destId="{C739C131-1850-4731-87D2-28B9C5329EB0}" srcOrd="2" destOrd="0" presId="urn:microsoft.com/office/officeart/2005/8/layout/orgChart1"/>
    <dgm:cxn modelId="{22CCC19B-E4EC-453A-8D00-9C178F30E519}" type="presParOf" srcId="{074B359F-9A4C-488C-8099-94C1A909B4CC}" destId="{2AEF993D-8B66-4A58-8810-0A7ABB406706}" srcOrd="2" destOrd="0" presId="urn:microsoft.com/office/officeart/2005/8/layout/orgChart1"/>
    <dgm:cxn modelId="{1F48F7B6-2097-42E1-90A0-B5F5C0FFDC1B}" type="presParOf" srcId="{074B359F-9A4C-488C-8099-94C1A909B4CC}" destId="{3A843D83-2850-4FB8-9BD0-A95A75B79FAB}" srcOrd="3" destOrd="0" presId="urn:microsoft.com/office/officeart/2005/8/layout/orgChart1"/>
    <dgm:cxn modelId="{5BB16161-93B3-4D53-9AEA-7B04B77580EF}" type="presParOf" srcId="{3A843D83-2850-4FB8-9BD0-A95A75B79FAB}" destId="{087B172E-8F53-438F-B9D2-4B8FC44F3DA8}" srcOrd="0" destOrd="0" presId="urn:microsoft.com/office/officeart/2005/8/layout/orgChart1"/>
    <dgm:cxn modelId="{28DE625B-FB6F-4555-96E8-5C74F6EFC1B6}" type="presParOf" srcId="{087B172E-8F53-438F-B9D2-4B8FC44F3DA8}" destId="{65D7C919-1C1B-47C5-84BE-3E35EA6F1D31}" srcOrd="0" destOrd="0" presId="urn:microsoft.com/office/officeart/2005/8/layout/orgChart1"/>
    <dgm:cxn modelId="{CF96FC1A-2818-40D7-9AE4-A39D29DD1F02}" type="presParOf" srcId="{087B172E-8F53-438F-B9D2-4B8FC44F3DA8}" destId="{1ED50D66-AD44-4727-8604-D96F18516B42}" srcOrd="1" destOrd="0" presId="urn:microsoft.com/office/officeart/2005/8/layout/orgChart1"/>
    <dgm:cxn modelId="{E9675147-CBFA-4D17-ADAA-DB07388A4FD2}" type="presParOf" srcId="{3A843D83-2850-4FB8-9BD0-A95A75B79FAB}" destId="{45DB2820-366D-42AF-85B2-F8B00E4F6807}" srcOrd="1" destOrd="0" presId="urn:microsoft.com/office/officeart/2005/8/layout/orgChart1"/>
    <dgm:cxn modelId="{A0DC5E25-315A-46D6-868C-1152EE8D22E0}" type="presParOf" srcId="{45DB2820-366D-42AF-85B2-F8B00E4F6807}" destId="{C5475C18-35DE-4855-8E5E-8A0D7075E45F}" srcOrd="0" destOrd="0" presId="urn:microsoft.com/office/officeart/2005/8/layout/orgChart1"/>
    <dgm:cxn modelId="{D058D415-7FB2-4EF1-8A97-B5088C35254F}" type="presParOf" srcId="{45DB2820-366D-42AF-85B2-F8B00E4F6807}" destId="{F17FAC2B-2971-4D5C-8B2D-9ECD72C746A1}" srcOrd="1" destOrd="0" presId="urn:microsoft.com/office/officeart/2005/8/layout/orgChart1"/>
    <dgm:cxn modelId="{92C09629-8AAC-473B-9796-86A0E3E28511}" type="presParOf" srcId="{F17FAC2B-2971-4D5C-8B2D-9ECD72C746A1}" destId="{6122CF66-7E8B-42B3-8913-7C2640B8B9A6}" srcOrd="0" destOrd="0" presId="urn:microsoft.com/office/officeart/2005/8/layout/orgChart1"/>
    <dgm:cxn modelId="{ED24D7C5-C72D-4106-8BEB-6FB00CB978A7}" type="presParOf" srcId="{6122CF66-7E8B-42B3-8913-7C2640B8B9A6}" destId="{E86C25E4-6A91-4DD5-9735-30478895D3C8}" srcOrd="0" destOrd="0" presId="urn:microsoft.com/office/officeart/2005/8/layout/orgChart1"/>
    <dgm:cxn modelId="{0B4716C0-7FE7-462D-A7B3-93CD2D3FC540}" type="presParOf" srcId="{6122CF66-7E8B-42B3-8913-7C2640B8B9A6}" destId="{1A07C9C9-CECB-4CDD-B571-B8BED8209514}" srcOrd="1" destOrd="0" presId="urn:microsoft.com/office/officeart/2005/8/layout/orgChart1"/>
    <dgm:cxn modelId="{143C94A5-2C02-49B8-A03F-82F78EDB964F}" type="presParOf" srcId="{F17FAC2B-2971-4D5C-8B2D-9ECD72C746A1}" destId="{52508855-4B60-47B1-AF30-76E33CAC9FCE}" srcOrd="1" destOrd="0" presId="urn:microsoft.com/office/officeart/2005/8/layout/orgChart1"/>
    <dgm:cxn modelId="{9F1EB37A-9C7C-4478-9F2D-12A3C7001345}" type="presParOf" srcId="{F17FAC2B-2971-4D5C-8B2D-9ECD72C746A1}" destId="{916D5762-5B2B-4ED9-9A20-BB87F38A3752}" srcOrd="2" destOrd="0" presId="urn:microsoft.com/office/officeart/2005/8/layout/orgChart1"/>
    <dgm:cxn modelId="{91363EE9-A94C-410A-8AD0-86EA78CA0629}" type="presParOf" srcId="{45DB2820-366D-42AF-85B2-F8B00E4F6807}" destId="{C87E6E06-12D0-4375-A68B-5C82855A2F03}" srcOrd="2" destOrd="0" presId="urn:microsoft.com/office/officeart/2005/8/layout/orgChart1"/>
    <dgm:cxn modelId="{82F6A81C-27D7-4456-BB16-02E910ED88A2}" type="presParOf" srcId="{45DB2820-366D-42AF-85B2-F8B00E4F6807}" destId="{7EA4EF82-EBEA-45C4-9685-741616501749}" srcOrd="3" destOrd="0" presId="urn:microsoft.com/office/officeart/2005/8/layout/orgChart1"/>
    <dgm:cxn modelId="{046628B6-8474-4402-9EEA-E6D818E3C73A}" type="presParOf" srcId="{7EA4EF82-EBEA-45C4-9685-741616501749}" destId="{F059CDC5-65A1-4386-8B86-A6097F7F4E7E}" srcOrd="0" destOrd="0" presId="urn:microsoft.com/office/officeart/2005/8/layout/orgChart1"/>
    <dgm:cxn modelId="{DA5CD1C6-CA10-4CE0-8126-0B1BEA047382}" type="presParOf" srcId="{F059CDC5-65A1-4386-8B86-A6097F7F4E7E}" destId="{76F7C283-D6E4-4332-A475-5519776C86ED}" srcOrd="0" destOrd="0" presId="urn:microsoft.com/office/officeart/2005/8/layout/orgChart1"/>
    <dgm:cxn modelId="{A66E426A-7D89-4E17-86F4-820B24CBED8F}" type="presParOf" srcId="{F059CDC5-65A1-4386-8B86-A6097F7F4E7E}" destId="{4DBA4F6A-F8AE-4914-A988-327CA6072455}" srcOrd="1" destOrd="0" presId="urn:microsoft.com/office/officeart/2005/8/layout/orgChart1"/>
    <dgm:cxn modelId="{08CE9021-60FC-442B-A2B1-5DC22AF508B5}" type="presParOf" srcId="{7EA4EF82-EBEA-45C4-9685-741616501749}" destId="{C9AF3F73-6C6E-48E5-8BE7-EE559DA9A703}" srcOrd="1" destOrd="0" presId="urn:microsoft.com/office/officeart/2005/8/layout/orgChart1"/>
    <dgm:cxn modelId="{A3B12AF1-5F62-4F0C-A8E5-51260E8C49FE}" type="presParOf" srcId="{7EA4EF82-EBEA-45C4-9685-741616501749}" destId="{9E06B3AB-9D8C-47BA-A940-46B4E91F1941}" srcOrd="2" destOrd="0" presId="urn:microsoft.com/office/officeart/2005/8/layout/orgChart1"/>
    <dgm:cxn modelId="{CEF33ED2-BFD9-48B4-A4E8-3AAE41AC86D9}" type="presParOf" srcId="{45DB2820-366D-42AF-85B2-F8B00E4F6807}" destId="{EE5FF028-7449-4C56-9A2A-11B7B83BE57E}" srcOrd="4" destOrd="0" presId="urn:microsoft.com/office/officeart/2005/8/layout/orgChart1"/>
    <dgm:cxn modelId="{DE165E51-14D0-4F71-9EBA-376A49A3CA66}" type="presParOf" srcId="{45DB2820-366D-42AF-85B2-F8B00E4F6807}" destId="{D7661BD5-1563-4752-B7DB-1EF128785ED9}" srcOrd="5" destOrd="0" presId="urn:microsoft.com/office/officeart/2005/8/layout/orgChart1"/>
    <dgm:cxn modelId="{1AB9A474-7F20-49EB-AF55-D3ABA35BC4E8}" type="presParOf" srcId="{D7661BD5-1563-4752-B7DB-1EF128785ED9}" destId="{BC8B5259-5CA6-47CC-85E3-1F66924B3ABB}" srcOrd="0" destOrd="0" presId="urn:microsoft.com/office/officeart/2005/8/layout/orgChart1"/>
    <dgm:cxn modelId="{2D206B26-FB7B-4BE1-A0CD-43004C52C2D9}" type="presParOf" srcId="{BC8B5259-5CA6-47CC-85E3-1F66924B3ABB}" destId="{F88A0E83-A5EF-4BD1-9FA2-4ADBD715953F}" srcOrd="0" destOrd="0" presId="urn:microsoft.com/office/officeart/2005/8/layout/orgChart1"/>
    <dgm:cxn modelId="{5F670107-3756-4234-B2EB-F1BC2D0BEF76}" type="presParOf" srcId="{BC8B5259-5CA6-47CC-85E3-1F66924B3ABB}" destId="{8564A281-DF93-4518-A5D3-8AF1813BDE58}" srcOrd="1" destOrd="0" presId="urn:microsoft.com/office/officeart/2005/8/layout/orgChart1"/>
    <dgm:cxn modelId="{DD898242-90F8-4F9C-9B07-7916DD739FC9}" type="presParOf" srcId="{D7661BD5-1563-4752-B7DB-1EF128785ED9}" destId="{7B4166A6-051C-471D-8856-F0F90A751939}" srcOrd="1" destOrd="0" presId="urn:microsoft.com/office/officeart/2005/8/layout/orgChart1"/>
    <dgm:cxn modelId="{D441FF14-14FD-4745-8CF4-F93FF6492D5F}" type="presParOf" srcId="{D7661BD5-1563-4752-B7DB-1EF128785ED9}" destId="{C221EC40-72AC-49AA-8F9A-9EB6320727C9}" srcOrd="2" destOrd="0" presId="urn:microsoft.com/office/officeart/2005/8/layout/orgChart1"/>
    <dgm:cxn modelId="{4BA6CD55-2A38-4A78-9539-F7F95855055C}" type="presParOf" srcId="{3A843D83-2850-4FB8-9BD0-A95A75B79FAB}" destId="{6A33CE9B-9E70-4E73-BA51-7A265CDC040C}" srcOrd="2" destOrd="0" presId="urn:microsoft.com/office/officeart/2005/8/layout/orgChart1"/>
    <dgm:cxn modelId="{A41A2DE8-BB77-4771-9D94-B9193949EE65}" type="presParOf" srcId="{357CBEB9-3191-4E51-8A8E-98C170F97332}" destId="{3641F975-0566-42FA-9CE3-05040962D6C0}" srcOrd="2" destOrd="0" presId="urn:microsoft.com/office/officeart/2005/8/layout/orgChart1"/>
    <dgm:cxn modelId="{980811DE-3B63-45C1-BC12-891A25FC89D1}" type="presParOf" srcId="{9870D3D3-43AE-45C7-A422-1257B43F17E2}" destId="{A9C4B261-6F8E-4104-AB0E-692EDE24B707}" srcOrd="4" destOrd="0" presId="urn:microsoft.com/office/officeart/2005/8/layout/orgChart1"/>
    <dgm:cxn modelId="{2069EE50-1F6A-4B1A-9371-C43D3E70BEE6}" type="presParOf" srcId="{9870D3D3-43AE-45C7-A422-1257B43F17E2}" destId="{07DCE8A0-BD3E-4EA5-96AD-B8F1666B580A}" srcOrd="5" destOrd="0" presId="urn:microsoft.com/office/officeart/2005/8/layout/orgChart1"/>
    <dgm:cxn modelId="{3D35FD6A-B9E9-47BB-AADD-98573379E719}" type="presParOf" srcId="{07DCE8A0-BD3E-4EA5-96AD-B8F1666B580A}" destId="{2B6105E0-0A46-44B7-8C96-5A3343508EEB}" srcOrd="0" destOrd="0" presId="urn:microsoft.com/office/officeart/2005/8/layout/orgChart1"/>
    <dgm:cxn modelId="{98EB3AB5-BC89-4D03-A0FD-78D0530EA2EF}" type="presParOf" srcId="{2B6105E0-0A46-44B7-8C96-5A3343508EEB}" destId="{B782B5CC-5C61-4468-BE2B-006779DD5748}" srcOrd="0" destOrd="0" presId="urn:microsoft.com/office/officeart/2005/8/layout/orgChart1"/>
    <dgm:cxn modelId="{7179E841-15D1-4EEA-B93F-4F613DCA8EF8}" type="presParOf" srcId="{2B6105E0-0A46-44B7-8C96-5A3343508EEB}" destId="{2E89E2E4-8FEB-4C15-88B5-EB49DD054274}" srcOrd="1" destOrd="0" presId="urn:microsoft.com/office/officeart/2005/8/layout/orgChart1"/>
    <dgm:cxn modelId="{1195B71E-1BB1-4C00-8942-8756894ADE2F}" type="presParOf" srcId="{07DCE8A0-BD3E-4EA5-96AD-B8F1666B580A}" destId="{F43761C4-0803-4B76-BDE6-F69C19DA6A19}" srcOrd="1" destOrd="0" presId="urn:microsoft.com/office/officeart/2005/8/layout/orgChart1"/>
    <dgm:cxn modelId="{5AF22FFE-42B9-4A74-93F6-BF484BB23026}" type="presParOf" srcId="{F43761C4-0803-4B76-BDE6-F69C19DA6A19}" destId="{BFB351AF-903E-4C38-9502-A112476FF58F}" srcOrd="0" destOrd="0" presId="urn:microsoft.com/office/officeart/2005/8/layout/orgChart1"/>
    <dgm:cxn modelId="{8A00C0F5-478F-4C60-86B8-282AC6F4BFC8}" type="presParOf" srcId="{F43761C4-0803-4B76-BDE6-F69C19DA6A19}" destId="{F2F7E7D0-8C50-4671-B21A-66E0947B9B12}" srcOrd="1" destOrd="0" presId="urn:microsoft.com/office/officeart/2005/8/layout/orgChart1"/>
    <dgm:cxn modelId="{B2EBBC8F-1229-45FC-9C14-CD0216DD2BEE}" type="presParOf" srcId="{F2F7E7D0-8C50-4671-B21A-66E0947B9B12}" destId="{CA863FBC-3863-47DF-B5D0-20F03B4CDB15}" srcOrd="0" destOrd="0" presId="urn:microsoft.com/office/officeart/2005/8/layout/orgChart1"/>
    <dgm:cxn modelId="{6025D097-5368-490A-B6A0-71BAC56CC7B6}" type="presParOf" srcId="{CA863FBC-3863-47DF-B5D0-20F03B4CDB15}" destId="{D9BC2F7F-2660-4174-AFD7-8C754034AE8E}" srcOrd="0" destOrd="0" presId="urn:microsoft.com/office/officeart/2005/8/layout/orgChart1"/>
    <dgm:cxn modelId="{340CB78E-E257-43FF-A871-9D56FAF4C86A}" type="presParOf" srcId="{CA863FBC-3863-47DF-B5D0-20F03B4CDB15}" destId="{BE4F8092-9478-4097-8A43-A16E80AB154A}" srcOrd="1" destOrd="0" presId="urn:microsoft.com/office/officeart/2005/8/layout/orgChart1"/>
    <dgm:cxn modelId="{5F89904C-EF1E-46B2-9B68-67900F821F1E}" type="presParOf" srcId="{F2F7E7D0-8C50-4671-B21A-66E0947B9B12}" destId="{F1038366-8C84-446D-B576-B66C454711DD}" srcOrd="1" destOrd="0" presId="urn:microsoft.com/office/officeart/2005/8/layout/orgChart1"/>
    <dgm:cxn modelId="{0F001ADD-6B08-4FA7-82F2-7674CC4BC542}" type="presParOf" srcId="{F1038366-8C84-446D-B576-B66C454711DD}" destId="{5C94DE91-9E75-4D91-BE92-D9F99F6CFA63}" srcOrd="0" destOrd="0" presId="urn:microsoft.com/office/officeart/2005/8/layout/orgChart1"/>
    <dgm:cxn modelId="{18465A62-A870-4A2D-84F1-B52933C69F91}" type="presParOf" srcId="{F1038366-8C84-446D-B576-B66C454711DD}" destId="{0B75A4F2-62FA-4E88-A94B-026E090C88A9}" srcOrd="1" destOrd="0" presId="urn:microsoft.com/office/officeart/2005/8/layout/orgChart1"/>
    <dgm:cxn modelId="{25B75729-25D5-4699-9876-EDBA22D6795C}" type="presParOf" srcId="{0B75A4F2-62FA-4E88-A94B-026E090C88A9}" destId="{82FEB012-F45D-4410-9245-714C55111323}" srcOrd="0" destOrd="0" presId="urn:microsoft.com/office/officeart/2005/8/layout/orgChart1"/>
    <dgm:cxn modelId="{428E755E-9186-4C28-AD4D-6773268634AA}" type="presParOf" srcId="{82FEB012-F45D-4410-9245-714C55111323}" destId="{A7648C1D-732F-4010-9A27-E27A96854C2C}" srcOrd="0" destOrd="0" presId="urn:microsoft.com/office/officeart/2005/8/layout/orgChart1"/>
    <dgm:cxn modelId="{A38859B3-7A28-4D89-B7FF-92247E7840FD}" type="presParOf" srcId="{82FEB012-F45D-4410-9245-714C55111323}" destId="{CA844FBF-1E7E-4B2F-ABA3-4F9F10FCCA05}" srcOrd="1" destOrd="0" presId="urn:microsoft.com/office/officeart/2005/8/layout/orgChart1"/>
    <dgm:cxn modelId="{5FC68AB0-08FB-4FBB-A870-95BD32FF8D70}" type="presParOf" srcId="{0B75A4F2-62FA-4E88-A94B-026E090C88A9}" destId="{584067A8-8979-49DC-A6F0-0250797DFB51}" srcOrd="1" destOrd="0" presId="urn:microsoft.com/office/officeart/2005/8/layout/orgChart1"/>
    <dgm:cxn modelId="{CCA46C10-4342-43E4-A679-B2BF9AE4DC7A}" type="presParOf" srcId="{0B75A4F2-62FA-4E88-A94B-026E090C88A9}" destId="{F1F2760F-8BE6-445C-91A7-4DE2208F371D}" srcOrd="2" destOrd="0" presId="urn:microsoft.com/office/officeart/2005/8/layout/orgChart1"/>
    <dgm:cxn modelId="{BB766C55-72A8-407C-AD41-C7DDE89E45F7}" type="presParOf" srcId="{F1038366-8C84-446D-B576-B66C454711DD}" destId="{F741A695-8300-4EFB-B307-3772E8CF4C2E}" srcOrd="2" destOrd="0" presId="urn:microsoft.com/office/officeart/2005/8/layout/orgChart1"/>
    <dgm:cxn modelId="{8DC57D56-8EE7-4C59-9B9D-3320F9648E90}" type="presParOf" srcId="{F1038366-8C84-446D-B576-B66C454711DD}" destId="{319F56D1-488C-4EBB-882F-11C9715C1CFD}" srcOrd="3" destOrd="0" presId="urn:microsoft.com/office/officeart/2005/8/layout/orgChart1"/>
    <dgm:cxn modelId="{E0E106D4-FA25-4508-A185-2FD7662F5A28}" type="presParOf" srcId="{319F56D1-488C-4EBB-882F-11C9715C1CFD}" destId="{F85277FE-1D80-4DB0-A7E6-F8CBD57E9373}" srcOrd="0" destOrd="0" presId="urn:microsoft.com/office/officeart/2005/8/layout/orgChart1"/>
    <dgm:cxn modelId="{58A98FA4-44F6-4B65-B1C5-5A8484208584}" type="presParOf" srcId="{F85277FE-1D80-4DB0-A7E6-F8CBD57E9373}" destId="{F1EDF8CD-8A63-499A-84FA-435C48B704EB}" srcOrd="0" destOrd="0" presId="urn:microsoft.com/office/officeart/2005/8/layout/orgChart1"/>
    <dgm:cxn modelId="{C93FF742-A37F-4D32-B7B8-C9E2A9D34F3C}" type="presParOf" srcId="{F85277FE-1D80-4DB0-A7E6-F8CBD57E9373}" destId="{FF832D9C-00B9-42AA-B315-0844B9198222}" srcOrd="1" destOrd="0" presId="urn:microsoft.com/office/officeart/2005/8/layout/orgChart1"/>
    <dgm:cxn modelId="{4F49013A-EBD0-4BCF-99D0-81E2FD6CA0C3}" type="presParOf" srcId="{319F56D1-488C-4EBB-882F-11C9715C1CFD}" destId="{D5F4718D-F4CA-47AB-8502-B125C520FBF6}" srcOrd="1" destOrd="0" presId="urn:microsoft.com/office/officeart/2005/8/layout/orgChart1"/>
    <dgm:cxn modelId="{3C54C08B-DDB6-4287-8580-B64D9719E6BE}" type="presParOf" srcId="{319F56D1-488C-4EBB-882F-11C9715C1CFD}" destId="{7DEAC167-10B0-4A34-8073-151492FA4351}" srcOrd="2" destOrd="0" presId="urn:microsoft.com/office/officeart/2005/8/layout/orgChart1"/>
    <dgm:cxn modelId="{0FDB01DB-0053-40F8-9643-4053D8F29B4F}" type="presParOf" srcId="{F1038366-8C84-446D-B576-B66C454711DD}" destId="{3F4C61A2-9EC0-4639-B105-FD0F14D4A30E}" srcOrd="4" destOrd="0" presId="urn:microsoft.com/office/officeart/2005/8/layout/orgChart1"/>
    <dgm:cxn modelId="{3D39142E-6ECF-4A42-AB0B-D4A337A2A5B4}" type="presParOf" srcId="{F1038366-8C84-446D-B576-B66C454711DD}" destId="{7EDF10FE-E549-4C7A-AD14-B6FA553453A7}" srcOrd="5" destOrd="0" presId="urn:microsoft.com/office/officeart/2005/8/layout/orgChart1"/>
    <dgm:cxn modelId="{2C9E514D-5AAB-488E-9D00-4782126B6B85}" type="presParOf" srcId="{7EDF10FE-E549-4C7A-AD14-B6FA553453A7}" destId="{B648BB10-81FA-4B76-B913-3296C90D2B23}" srcOrd="0" destOrd="0" presId="urn:microsoft.com/office/officeart/2005/8/layout/orgChart1"/>
    <dgm:cxn modelId="{D91B1754-024C-4187-9E9E-7FFBB002A712}" type="presParOf" srcId="{B648BB10-81FA-4B76-B913-3296C90D2B23}" destId="{14D32ACD-86BD-4526-8A01-294E3EF22BD4}" srcOrd="0" destOrd="0" presId="urn:microsoft.com/office/officeart/2005/8/layout/orgChart1"/>
    <dgm:cxn modelId="{1A1309D6-801A-470B-93A8-E32C430B4167}" type="presParOf" srcId="{B648BB10-81FA-4B76-B913-3296C90D2B23}" destId="{785AB58E-3430-4956-BF7B-CEED384C7D0B}" srcOrd="1" destOrd="0" presId="urn:microsoft.com/office/officeart/2005/8/layout/orgChart1"/>
    <dgm:cxn modelId="{08E47E06-50DD-499E-9BCF-51F3865129DB}" type="presParOf" srcId="{7EDF10FE-E549-4C7A-AD14-B6FA553453A7}" destId="{169486FC-6EB4-461E-884F-891F47913A08}" srcOrd="1" destOrd="0" presId="urn:microsoft.com/office/officeart/2005/8/layout/orgChart1"/>
    <dgm:cxn modelId="{2CF7C264-E382-48FA-91B4-50D6BEACCD75}" type="presParOf" srcId="{7EDF10FE-E549-4C7A-AD14-B6FA553453A7}" destId="{84F0D4BF-0041-499F-BE70-FEF7E412E684}" srcOrd="2" destOrd="0" presId="urn:microsoft.com/office/officeart/2005/8/layout/orgChart1"/>
    <dgm:cxn modelId="{115D18B3-A21C-4594-AF4E-2BEE1D71D101}" type="presParOf" srcId="{F2F7E7D0-8C50-4671-B21A-66E0947B9B12}" destId="{0DFA8889-1431-42CD-A681-12EB6F0F2EAE}" srcOrd="2" destOrd="0" presId="urn:microsoft.com/office/officeart/2005/8/layout/orgChart1"/>
    <dgm:cxn modelId="{5AA764EA-FD70-4D43-A2DF-C6A878E2CBD9}" type="presParOf" srcId="{F43761C4-0803-4B76-BDE6-F69C19DA6A19}" destId="{496F484F-020A-45A8-AFE2-19A7182C3BCA}" srcOrd="2" destOrd="0" presId="urn:microsoft.com/office/officeart/2005/8/layout/orgChart1"/>
    <dgm:cxn modelId="{96C30C25-127F-42A9-BEBE-9DC0F4407E6B}" type="presParOf" srcId="{F43761C4-0803-4B76-BDE6-F69C19DA6A19}" destId="{A1B9F9B1-E4E4-4B32-BBD0-FCAA8E9D3EDC}" srcOrd="3" destOrd="0" presId="urn:microsoft.com/office/officeart/2005/8/layout/orgChart1"/>
    <dgm:cxn modelId="{7E49283B-1898-4EC7-9968-C4AE034AB154}" type="presParOf" srcId="{A1B9F9B1-E4E4-4B32-BBD0-FCAA8E9D3EDC}" destId="{3CEDF92F-416A-4BE1-B936-FC191EED3916}" srcOrd="0" destOrd="0" presId="urn:microsoft.com/office/officeart/2005/8/layout/orgChart1"/>
    <dgm:cxn modelId="{BA63FB0A-5814-48B7-A41C-6E461A5255A8}" type="presParOf" srcId="{3CEDF92F-416A-4BE1-B936-FC191EED3916}" destId="{5CD8F879-4FA9-42FC-A495-7248A2266880}" srcOrd="0" destOrd="0" presId="urn:microsoft.com/office/officeart/2005/8/layout/orgChart1"/>
    <dgm:cxn modelId="{E6BE65B6-8256-47E3-BB03-DC82C9A51C94}" type="presParOf" srcId="{3CEDF92F-416A-4BE1-B936-FC191EED3916}" destId="{60A5E008-EE07-4177-A1E4-A5E0F9422ED0}" srcOrd="1" destOrd="0" presId="urn:microsoft.com/office/officeart/2005/8/layout/orgChart1"/>
    <dgm:cxn modelId="{7ABA232C-02CC-49C7-978B-FD9FFFED6440}" type="presParOf" srcId="{A1B9F9B1-E4E4-4B32-BBD0-FCAA8E9D3EDC}" destId="{E1F55745-5FAC-490C-B729-EA1484B5FDA0}" srcOrd="1" destOrd="0" presId="urn:microsoft.com/office/officeart/2005/8/layout/orgChart1"/>
    <dgm:cxn modelId="{A7F9DC44-2A1A-416E-AC25-20CA60F0636E}" type="presParOf" srcId="{A1B9F9B1-E4E4-4B32-BBD0-FCAA8E9D3EDC}" destId="{8BCF94AB-7B94-4067-8A1C-3598C9A5FB41}" srcOrd="2" destOrd="0" presId="urn:microsoft.com/office/officeart/2005/8/layout/orgChart1"/>
    <dgm:cxn modelId="{354AEFC7-DFC0-4748-8D7D-316874B75E61}" type="presParOf" srcId="{F43761C4-0803-4B76-BDE6-F69C19DA6A19}" destId="{76EFBF3C-A68E-4BFD-B6C9-587DD54AA47C}" srcOrd="4" destOrd="0" presId="urn:microsoft.com/office/officeart/2005/8/layout/orgChart1"/>
    <dgm:cxn modelId="{773073E3-BEE7-4EC3-A26E-A61E1CF4D5C4}" type="presParOf" srcId="{F43761C4-0803-4B76-BDE6-F69C19DA6A19}" destId="{47960100-3F57-4F89-A14D-2E1B68B8935A}" srcOrd="5" destOrd="0" presId="urn:microsoft.com/office/officeart/2005/8/layout/orgChart1"/>
    <dgm:cxn modelId="{3D319ADF-EB64-49A1-9454-586F077D94A1}" type="presParOf" srcId="{47960100-3F57-4F89-A14D-2E1B68B8935A}" destId="{BE1CEE19-753D-4D44-8F4A-80467445C0BF}" srcOrd="0" destOrd="0" presId="urn:microsoft.com/office/officeart/2005/8/layout/orgChart1"/>
    <dgm:cxn modelId="{B3A7627F-1682-402B-9394-906684A083C9}" type="presParOf" srcId="{BE1CEE19-753D-4D44-8F4A-80467445C0BF}" destId="{E4D7B2F4-4867-491F-97DC-16D1DD4E9A03}" srcOrd="0" destOrd="0" presId="urn:microsoft.com/office/officeart/2005/8/layout/orgChart1"/>
    <dgm:cxn modelId="{7E55512B-08E1-4055-9D45-7FA71B56D143}" type="presParOf" srcId="{BE1CEE19-753D-4D44-8F4A-80467445C0BF}" destId="{433D371D-FC4F-4F24-83E4-1CB255D347F4}" srcOrd="1" destOrd="0" presId="urn:microsoft.com/office/officeart/2005/8/layout/orgChart1"/>
    <dgm:cxn modelId="{4C1610F8-7457-4F88-8CC8-4B7B0FB5FD77}" type="presParOf" srcId="{47960100-3F57-4F89-A14D-2E1B68B8935A}" destId="{606EE79A-7799-408C-A45A-96783B13EC4A}" srcOrd="1" destOrd="0" presId="urn:microsoft.com/office/officeart/2005/8/layout/orgChart1"/>
    <dgm:cxn modelId="{ECF30E9A-F326-48C0-9B17-E7D428D7D3B4}" type="presParOf" srcId="{47960100-3F57-4F89-A14D-2E1B68B8935A}" destId="{4CFF43AF-08D2-4AB5-B709-2CBEA1EE85F1}" srcOrd="2" destOrd="0" presId="urn:microsoft.com/office/officeart/2005/8/layout/orgChart1"/>
    <dgm:cxn modelId="{32AA92A9-A179-4D63-AD9B-D31E8A38CDC8}" type="presParOf" srcId="{F43761C4-0803-4B76-BDE6-F69C19DA6A19}" destId="{E9485714-A7B0-41F7-B36E-840B98C8B03F}" srcOrd="6" destOrd="0" presId="urn:microsoft.com/office/officeart/2005/8/layout/orgChart1"/>
    <dgm:cxn modelId="{89769016-1E0B-48B3-BA47-40818C37F49D}" type="presParOf" srcId="{F43761C4-0803-4B76-BDE6-F69C19DA6A19}" destId="{5D9FC56C-33B6-4360-B614-6416F686E776}" srcOrd="7" destOrd="0" presId="urn:microsoft.com/office/officeart/2005/8/layout/orgChart1"/>
    <dgm:cxn modelId="{6A8FBE2B-91C5-4D13-8341-63446CFCCC38}" type="presParOf" srcId="{5D9FC56C-33B6-4360-B614-6416F686E776}" destId="{F210304B-0E15-421C-83F3-5128E7C408F4}" srcOrd="0" destOrd="0" presId="urn:microsoft.com/office/officeart/2005/8/layout/orgChart1"/>
    <dgm:cxn modelId="{64138417-1F6E-4984-9A4F-BB01D2409464}" type="presParOf" srcId="{F210304B-0E15-421C-83F3-5128E7C408F4}" destId="{6F86977C-989C-481E-9085-E2F9D7CD1239}" srcOrd="0" destOrd="0" presId="urn:microsoft.com/office/officeart/2005/8/layout/orgChart1"/>
    <dgm:cxn modelId="{61A67CE5-3988-4A6C-B4CE-FE9D78607072}" type="presParOf" srcId="{F210304B-0E15-421C-83F3-5128E7C408F4}" destId="{6B6B3AAF-53F2-40FF-83B7-2EE4F761B36A}" srcOrd="1" destOrd="0" presId="urn:microsoft.com/office/officeart/2005/8/layout/orgChart1"/>
    <dgm:cxn modelId="{4A2877B3-CB47-4E5D-B85E-179929CA9015}" type="presParOf" srcId="{5D9FC56C-33B6-4360-B614-6416F686E776}" destId="{BA734D5E-5F0C-40F2-9B9B-5E0F4966B354}" srcOrd="1" destOrd="0" presId="urn:microsoft.com/office/officeart/2005/8/layout/orgChart1"/>
    <dgm:cxn modelId="{AB08B160-6371-4A26-A1D4-5DF6A8FEBF42}" type="presParOf" srcId="{5D9FC56C-33B6-4360-B614-6416F686E776}" destId="{D642A3CA-A21F-478B-A971-22CB4136E17E}" srcOrd="2" destOrd="0" presId="urn:microsoft.com/office/officeart/2005/8/layout/orgChart1"/>
    <dgm:cxn modelId="{C902BF12-2114-4F45-AE4B-98D6CE802409}" type="presParOf" srcId="{07DCE8A0-BD3E-4EA5-96AD-B8F1666B580A}" destId="{91486792-73E0-4DB3-91B6-A57B69EC71FF}" srcOrd="2" destOrd="0" presId="urn:microsoft.com/office/officeart/2005/8/layout/orgChart1"/>
    <dgm:cxn modelId="{A8795930-29B0-4BD3-A9FA-E3B02DF0490D}" type="presParOf" srcId="{934DF935-AD38-4E5D-A967-7FDB28EC9F2D}" destId="{24509B35-9B66-4599-8657-3629D4B2902F}" srcOrd="2" destOrd="0" presId="urn:microsoft.com/office/officeart/2005/8/layout/orgChart1"/>
  </dgm:cxnLst>
  <dgm:bg/>
  <dgm:whole>
    <a:ln w="57150"/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B9718D-D180-4BAF-91D8-FAC03AC0BDA6}">
      <dsp:nvSpPr>
        <dsp:cNvPr id="0" name=""/>
        <dsp:cNvSpPr/>
      </dsp:nvSpPr>
      <dsp:spPr>
        <a:xfrm>
          <a:off x="5600207" y="3266281"/>
          <a:ext cx="623362" cy="13686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8687"/>
              </a:lnTo>
              <a:lnTo>
                <a:pt x="623362" y="1368687"/>
              </a:lnTo>
            </a:path>
          </a:pathLst>
        </a:custGeom>
        <a:noFill/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7D8964-989E-4E70-B933-EB6FDED2A88C}">
      <dsp:nvSpPr>
        <dsp:cNvPr id="0" name=""/>
        <dsp:cNvSpPr/>
      </dsp:nvSpPr>
      <dsp:spPr>
        <a:xfrm>
          <a:off x="5600207" y="3266281"/>
          <a:ext cx="623362" cy="4065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6540"/>
              </a:lnTo>
              <a:lnTo>
                <a:pt x="623362" y="406540"/>
              </a:lnTo>
            </a:path>
          </a:pathLst>
        </a:custGeom>
        <a:noFill/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810C1C-C8E8-4000-A812-407B53B997F6}">
      <dsp:nvSpPr>
        <dsp:cNvPr id="0" name=""/>
        <dsp:cNvSpPr/>
      </dsp:nvSpPr>
      <dsp:spPr>
        <a:xfrm>
          <a:off x="4780350" y="2304135"/>
          <a:ext cx="819857" cy="2845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289"/>
              </a:lnTo>
              <a:lnTo>
                <a:pt x="819857" y="142289"/>
              </a:lnTo>
              <a:lnTo>
                <a:pt x="819857" y="284578"/>
              </a:lnTo>
            </a:path>
          </a:pathLst>
        </a:custGeom>
        <a:noFill/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350196-3F3F-46F6-B567-86FD02674E07}">
      <dsp:nvSpPr>
        <dsp:cNvPr id="0" name=""/>
        <dsp:cNvSpPr/>
      </dsp:nvSpPr>
      <dsp:spPr>
        <a:xfrm>
          <a:off x="3960493" y="3266281"/>
          <a:ext cx="623362" cy="13686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8687"/>
              </a:lnTo>
              <a:lnTo>
                <a:pt x="623362" y="1368687"/>
              </a:lnTo>
            </a:path>
          </a:pathLst>
        </a:custGeom>
        <a:noFill/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2B1C43-60A7-4B67-A963-2784A4D2EF8D}">
      <dsp:nvSpPr>
        <dsp:cNvPr id="0" name=""/>
        <dsp:cNvSpPr/>
      </dsp:nvSpPr>
      <dsp:spPr>
        <a:xfrm>
          <a:off x="3960493" y="3266281"/>
          <a:ext cx="623362" cy="4065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6540"/>
              </a:lnTo>
              <a:lnTo>
                <a:pt x="623362" y="406540"/>
              </a:lnTo>
            </a:path>
          </a:pathLst>
        </a:custGeom>
        <a:noFill/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2BB26F-C878-4950-A5F4-8AEA82859E1C}">
      <dsp:nvSpPr>
        <dsp:cNvPr id="0" name=""/>
        <dsp:cNvSpPr/>
      </dsp:nvSpPr>
      <dsp:spPr>
        <a:xfrm>
          <a:off x="3960493" y="2304135"/>
          <a:ext cx="819857" cy="284578"/>
        </a:xfrm>
        <a:custGeom>
          <a:avLst/>
          <a:gdLst/>
          <a:ahLst/>
          <a:cxnLst/>
          <a:rect l="0" t="0" r="0" b="0"/>
          <a:pathLst>
            <a:path>
              <a:moveTo>
                <a:pt x="819857" y="0"/>
              </a:moveTo>
              <a:lnTo>
                <a:pt x="819857" y="142289"/>
              </a:lnTo>
              <a:lnTo>
                <a:pt x="0" y="142289"/>
              </a:lnTo>
              <a:lnTo>
                <a:pt x="0" y="284578"/>
              </a:lnTo>
            </a:path>
          </a:pathLst>
        </a:custGeom>
        <a:noFill/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06726C-AA66-40C5-AF7C-E50BED765525}">
      <dsp:nvSpPr>
        <dsp:cNvPr id="0" name=""/>
        <dsp:cNvSpPr/>
      </dsp:nvSpPr>
      <dsp:spPr>
        <a:xfrm>
          <a:off x="3140636" y="1341988"/>
          <a:ext cx="1639714" cy="2845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289"/>
              </a:lnTo>
              <a:lnTo>
                <a:pt x="1639714" y="142289"/>
              </a:lnTo>
              <a:lnTo>
                <a:pt x="1639714" y="284578"/>
              </a:lnTo>
            </a:path>
          </a:pathLst>
        </a:cu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E9C3D7-1CFD-484C-80CB-B939465E74A5}">
      <dsp:nvSpPr>
        <dsp:cNvPr id="0" name=""/>
        <dsp:cNvSpPr/>
      </dsp:nvSpPr>
      <dsp:spPr>
        <a:xfrm>
          <a:off x="2320779" y="3266281"/>
          <a:ext cx="623362" cy="13686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8687"/>
              </a:lnTo>
              <a:lnTo>
                <a:pt x="623362" y="1368687"/>
              </a:lnTo>
            </a:path>
          </a:pathLst>
        </a:custGeom>
        <a:noFill/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0CC9FF-81BA-4BB9-8106-BF6125FD3730}">
      <dsp:nvSpPr>
        <dsp:cNvPr id="0" name=""/>
        <dsp:cNvSpPr/>
      </dsp:nvSpPr>
      <dsp:spPr>
        <a:xfrm>
          <a:off x="2320779" y="3266281"/>
          <a:ext cx="623362" cy="4065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6540"/>
              </a:lnTo>
              <a:lnTo>
                <a:pt x="623362" y="406540"/>
              </a:lnTo>
            </a:path>
          </a:pathLst>
        </a:custGeom>
        <a:noFill/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949335-EF86-4C3F-84CD-5BB53B656E9A}">
      <dsp:nvSpPr>
        <dsp:cNvPr id="0" name=""/>
        <dsp:cNvSpPr/>
      </dsp:nvSpPr>
      <dsp:spPr>
        <a:xfrm>
          <a:off x="1500922" y="2304135"/>
          <a:ext cx="819857" cy="2845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289"/>
              </a:lnTo>
              <a:lnTo>
                <a:pt x="819857" y="142289"/>
              </a:lnTo>
              <a:lnTo>
                <a:pt x="819857" y="284578"/>
              </a:lnTo>
            </a:path>
          </a:pathLst>
        </a:custGeom>
        <a:noFill/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EAB8B4-B389-4993-BB6F-08A96E526912}">
      <dsp:nvSpPr>
        <dsp:cNvPr id="0" name=""/>
        <dsp:cNvSpPr/>
      </dsp:nvSpPr>
      <dsp:spPr>
        <a:xfrm>
          <a:off x="681064" y="3266281"/>
          <a:ext cx="623362" cy="13686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8687"/>
              </a:lnTo>
              <a:lnTo>
                <a:pt x="623362" y="1368687"/>
              </a:lnTo>
            </a:path>
          </a:pathLst>
        </a:custGeom>
        <a:noFill/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C95563-0D47-49A8-B88F-25D30F59F738}">
      <dsp:nvSpPr>
        <dsp:cNvPr id="0" name=""/>
        <dsp:cNvSpPr/>
      </dsp:nvSpPr>
      <dsp:spPr>
        <a:xfrm>
          <a:off x="681064" y="3266281"/>
          <a:ext cx="623362" cy="4065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6540"/>
              </a:lnTo>
              <a:lnTo>
                <a:pt x="623362" y="406540"/>
              </a:lnTo>
            </a:path>
          </a:pathLst>
        </a:custGeom>
        <a:noFill/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AA4A42-4E67-4DB8-BA79-C5E6605AA54D}">
      <dsp:nvSpPr>
        <dsp:cNvPr id="0" name=""/>
        <dsp:cNvSpPr/>
      </dsp:nvSpPr>
      <dsp:spPr>
        <a:xfrm>
          <a:off x="681064" y="2304135"/>
          <a:ext cx="819857" cy="284578"/>
        </a:xfrm>
        <a:custGeom>
          <a:avLst/>
          <a:gdLst/>
          <a:ahLst/>
          <a:cxnLst/>
          <a:rect l="0" t="0" r="0" b="0"/>
          <a:pathLst>
            <a:path>
              <a:moveTo>
                <a:pt x="819857" y="0"/>
              </a:moveTo>
              <a:lnTo>
                <a:pt x="819857" y="142289"/>
              </a:lnTo>
              <a:lnTo>
                <a:pt x="0" y="142289"/>
              </a:lnTo>
              <a:lnTo>
                <a:pt x="0" y="284578"/>
              </a:lnTo>
            </a:path>
          </a:pathLst>
        </a:custGeom>
        <a:noFill/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A0EDE2-C038-4247-A158-CFA54FDBA7D8}">
      <dsp:nvSpPr>
        <dsp:cNvPr id="0" name=""/>
        <dsp:cNvSpPr/>
      </dsp:nvSpPr>
      <dsp:spPr>
        <a:xfrm>
          <a:off x="1500922" y="1341988"/>
          <a:ext cx="1639714" cy="284578"/>
        </a:xfrm>
        <a:custGeom>
          <a:avLst/>
          <a:gdLst/>
          <a:ahLst/>
          <a:cxnLst/>
          <a:rect l="0" t="0" r="0" b="0"/>
          <a:pathLst>
            <a:path>
              <a:moveTo>
                <a:pt x="1639714" y="0"/>
              </a:moveTo>
              <a:lnTo>
                <a:pt x="1639714" y="142289"/>
              </a:lnTo>
              <a:lnTo>
                <a:pt x="0" y="142289"/>
              </a:lnTo>
              <a:lnTo>
                <a:pt x="0" y="284578"/>
              </a:lnTo>
            </a:path>
          </a:pathLst>
        </a:cu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43241A-A75E-4CAC-A52F-69619046424D}">
      <dsp:nvSpPr>
        <dsp:cNvPr id="0" name=""/>
        <dsp:cNvSpPr/>
      </dsp:nvSpPr>
      <dsp:spPr>
        <a:xfrm>
          <a:off x="2801852" y="664420"/>
          <a:ext cx="677567" cy="677567"/>
        </a:xfrm>
        <a:prstGeom prst="arc">
          <a:avLst>
            <a:gd name="adj1" fmla="val 13200000"/>
            <a:gd name="adj2" fmla="val 192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BADE81-EE53-4E8F-9DC6-AF9A34B04556}">
      <dsp:nvSpPr>
        <dsp:cNvPr id="0" name=""/>
        <dsp:cNvSpPr/>
      </dsp:nvSpPr>
      <dsp:spPr>
        <a:xfrm>
          <a:off x="2801852" y="664420"/>
          <a:ext cx="677567" cy="677567"/>
        </a:xfrm>
        <a:prstGeom prst="arc">
          <a:avLst>
            <a:gd name="adj1" fmla="val 2400000"/>
            <a:gd name="adj2" fmla="val 84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ACE8F8-12A4-4395-B7F4-15F79AA9B89F}">
      <dsp:nvSpPr>
        <dsp:cNvPr id="0" name=""/>
        <dsp:cNvSpPr/>
      </dsp:nvSpPr>
      <dsp:spPr>
        <a:xfrm>
          <a:off x="2463068" y="786383"/>
          <a:ext cx="1355135" cy="433643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CISO</a:t>
          </a:r>
        </a:p>
      </dsp:txBody>
      <dsp:txXfrm>
        <a:off x="2463068" y="786383"/>
        <a:ext cx="1355135" cy="433643"/>
      </dsp:txXfrm>
    </dsp:sp>
    <dsp:sp modelId="{02CDFC24-61AA-4349-8FC6-18F4500F518D}">
      <dsp:nvSpPr>
        <dsp:cNvPr id="0" name=""/>
        <dsp:cNvSpPr/>
      </dsp:nvSpPr>
      <dsp:spPr>
        <a:xfrm>
          <a:off x="1162138" y="1626567"/>
          <a:ext cx="677567" cy="677567"/>
        </a:xfrm>
        <a:prstGeom prst="arc">
          <a:avLst>
            <a:gd name="adj1" fmla="val 13200000"/>
            <a:gd name="adj2" fmla="val 192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CCC689-F664-4DDB-A973-77B1836B91A3}">
      <dsp:nvSpPr>
        <dsp:cNvPr id="0" name=""/>
        <dsp:cNvSpPr/>
      </dsp:nvSpPr>
      <dsp:spPr>
        <a:xfrm>
          <a:off x="1162138" y="1626567"/>
          <a:ext cx="677567" cy="677567"/>
        </a:xfrm>
        <a:prstGeom prst="arc">
          <a:avLst>
            <a:gd name="adj1" fmla="val 2400000"/>
            <a:gd name="adj2" fmla="val 84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CEF602-64B8-4197-8172-7EA0F8E7FC8D}">
      <dsp:nvSpPr>
        <dsp:cNvPr id="0" name=""/>
        <dsp:cNvSpPr/>
      </dsp:nvSpPr>
      <dsp:spPr>
        <a:xfrm>
          <a:off x="823354" y="1748529"/>
          <a:ext cx="1355135" cy="433643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tx1"/>
              </a:solidFill>
            </a:rPr>
            <a:t>Father</a:t>
          </a:r>
        </a:p>
      </dsp:txBody>
      <dsp:txXfrm>
        <a:off x="823354" y="1748529"/>
        <a:ext cx="1355135" cy="433643"/>
      </dsp:txXfrm>
    </dsp:sp>
    <dsp:sp modelId="{CF2A05A4-E5B6-49B7-BEF5-C35C870ACC47}">
      <dsp:nvSpPr>
        <dsp:cNvPr id="0" name=""/>
        <dsp:cNvSpPr/>
      </dsp:nvSpPr>
      <dsp:spPr>
        <a:xfrm>
          <a:off x="342281" y="2588713"/>
          <a:ext cx="677567" cy="677567"/>
        </a:xfrm>
        <a:prstGeom prst="arc">
          <a:avLst>
            <a:gd name="adj1" fmla="val 13200000"/>
            <a:gd name="adj2" fmla="val 192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0453DB-24AA-46A4-860F-D7EBB5157B2A}">
      <dsp:nvSpPr>
        <dsp:cNvPr id="0" name=""/>
        <dsp:cNvSpPr/>
      </dsp:nvSpPr>
      <dsp:spPr>
        <a:xfrm>
          <a:off x="342281" y="2588713"/>
          <a:ext cx="677567" cy="677567"/>
        </a:xfrm>
        <a:prstGeom prst="arc">
          <a:avLst>
            <a:gd name="adj1" fmla="val 2400000"/>
            <a:gd name="adj2" fmla="val 84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76C0E7-FE12-4928-B124-09C31700E28E}">
      <dsp:nvSpPr>
        <dsp:cNvPr id="0" name=""/>
        <dsp:cNvSpPr/>
      </dsp:nvSpPr>
      <dsp:spPr>
        <a:xfrm>
          <a:off x="3497" y="2710675"/>
          <a:ext cx="1355135" cy="433643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tx1"/>
              </a:solidFill>
            </a:rPr>
            <a:t>Father’s Father</a:t>
          </a:r>
        </a:p>
      </dsp:txBody>
      <dsp:txXfrm>
        <a:off x="3497" y="2710675"/>
        <a:ext cx="1355135" cy="433643"/>
      </dsp:txXfrm>
    </dsp:sp>
    <dsp:sp modelId="{63012989-DB9B-47BB-AD0D-D2085871D2FF}">
      <dsp:nvSpPr>
        <dsp:cNvPr id="0" name=""/>
        <dsp:cNvSpPr/>
      </dsp:nvSpPr>
      <dsp:spPr>
        <a:xfrm>
          <a:off x="1223119" y="3550859"/>
          <a:ext cx="677567" cy="677567"/>
        </a:xfrm>
        <a:prstGeom prst="arc">
          <a:avLst>
            <a:gd name="adj1" fmla="val 13200000"/>
            <a:gd name="adj2" fmla="val 192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6C4A30-F25A-4C95-AE83-D78F4BC119FF}">
      <dsp:nvSpPr>
        <dsp:cNvPr id="0" name=""/>
        <dsp:cNvSpPr/>
      </dsp:nvSpPr>
      <dsp:spPr>
        <a:xfrm>
          <a:off x="1223119" y="3550859"/>
          <a:ext cx="677567" cy="677567"/>
        </a:xfrm>
        <a:prstGeom prst="arc">
          <a:avLst>
            <a:gd name="adj1" fmla="val 2400000"/>
            <a:gd name="adj2" fmla="val 84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FD43AE-B652-4E29-970A-B221B80CBE54}">
      <dsp:nvSpPr>
        <dsp:cNvPr id="0" name=""/>
        <dsp:cNvSpPr/>
      </dsp:nvSpPr>
      <dsp:spPr>
        <a:xfrm>
          <a:off x="884335" y="3672822"/>
          <a:ext cx="1355135" cy="433643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tx1"/>
              </a:solidFill>
            </a:rPr>
            <a:t>Father’s Paternal Grandfather</a:t>
          </a:r>
        </a:p>
      </dsp:txBody>
      <dsp:txXfrm>
        <a:off x="884335" y="3672822"/>
        <a:ext cx="1355135" cy="433643"/>
      </dsp:txXfrm>
    </dsp:sp>
    <dsp:sp modelId="{23FA3DFD-290C-4DC8-8E6C-016EE59B0937}">
      <dsp:nvSpPr>
        <dsp:cNvPr id="0" name=""/>
        <dsp:cNvSpPr/>
      </dsp:nvSpPr>
      <dsp:spPr>
        <a:xfrm>
          <a:off x="1223119" y="4513006"/>
          <a:ext cx="677567" cy="677567"/>
        </a:xfrm>
        <a:prstGeom prst="arc">
          <a:avLst>
            <a:gd name="adj1" fmla="val 13200000"/>
            <a:gd name="adj2" fmla="val 192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C30DFC-DAEB-4E23-BB23-BCAEFDCF71D6}">
      <dsp:nvSpPr>
        <dsp:cNvPr id="0" name=""/>
        <dsp:cNvSpPr/>
      </dsp:nvSpPr>
      <dsp:spPr>
        <a:xfrm>
          <a:off x="1223119" y="4513006"/>
          <a:ext cx="677567" cy="677567"/>
        </a:xfrm>
        <a:prstGeom prst="arc">
          <a:avLst>
            <a:gd name="adj1" fmla="val 2400000"/>
            <a:gd name="adj2" fmla="val 84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AFB44D-FE38-42C5-8336-8ACBA5005AF5}">
      <dsp:nvSpPr>
        <dsp:cNvPr id="0" name=""/>
        <dsp:cNvSpPr/>
      </dsp:nvSpPr>
      <dsp:spPr>
        <a:xfrm>
          <a:off x="884335" y="4634968"/>
          <a:ext cx="1355135" cy="433643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tx1"/>
              </a:solidFill>
            </a:rPr>
            <a:t>Father’s Paternal Grandmother</a:t>
          </a:r>
        </a:p>
      </dsp:txBody>
      <dsp:txXfrm>
        <a:off x="884335" y="4634968"/>
        <a:ext cx="1355135" cy="433643"/>
      </dsp:txXfrm>
    </dsp:sp>
    <dsp:sp modelId="{228C9A2A-60F2-4A15-83FC-8BCB410F20D0}">
      <dsp:nvSpPr>
        <dsp:cNvPr id="0" name=""/>
        <dsp:cNvSpPr/>
      </dsp:nvSpPr>
      <dsp:spPr>
        <a:xfrm>
          <a:off x="1981995" y="2588713"/>
          <a:ext cx="677567" cy="677567"/>
        </a:xfrm>
        <a:prstGeom prst="arc">
          <a:avLst>
            <a:gd name="adj1" fmla="val 13200000"/>
            <a:gd name="adj2" fmla="val 192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2CFC46-0D19-46EA-A689-AEB267878B78}">
      <dsp:nvSpPr>
        <dsp:cNvPr id="0" name=""/>
        <dsp:cNvSpPr/>
      </dsp:nvSpPr>
      <dsp:spPr>
        <a:xfrm>
          <a:off x="1981995" y="2588713"/>
          <a:ext cx="677567" cy="677567"/>
        </a:xfrm>
        <a:prstGeom prst="arc">
          <a:avLst>
            <a:gd name="adj1" fmla="val 2400000"/>
            <a:gd name="adj2" fmla="val 84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8028A1-1C4F-481D-A140-8D82CFE85080}">
      <dsp:nvSpPr>
        <dsp:cNvPr id="0" name=""/>
        <dsp:cNvSpPr/>
      </dsp:nvSpPr>
      <dsp:spPr>
        <a:xfrm>
          <a:off x="1643211" y="2710675"/>
          <a:ext cx="1355135" cy="433643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tx1"/>
              </a:solidFill>
            </a:rPr>
            <a:t>Father’s Mother</a:t>
          </a:r>
        </a:p>
      </dsp:txBody>
      <dsp:txXfrm>
        <a:off x="1643211" y="2710675"/>
        <a:ext cx="1355135" cy="433643"/>
      </dsp:txXfrm>
    </dsp:sp>
    <dsp:sp modelId="{D5B36B7C-6A10-46BB-8A16-BD262A7BA042}">
      <dsp:nvSpPr>
        <dsp:cNvPr id="0" name=""/>
        <dsp:cNvSpPr/>
      </dsp:nvSpPr>
      <dsp:spPr>
        <a:xfrm>
          <a:off x="2862833" y="3550859"/>
          <a:ext cx="677567" cy="677567"/>
        </a:xfrm>
        <a:prstGeom prst="arc">
          <a:avLst>
            <a:gd name="adj1" fmla="val 13200000"/>
            <a:gd name="adj2" fmla="val 192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1BFFBA-A8DB-49CD-9143-33E1E80D4AD3}">
      <dsp:nvSpPr>
        <dsp:cNvPr id="0" name=""/>
        <dsp:cNvSpPr/>
      </dsp:nvSpPr>
      <dsp:spPr>
        <a:xfrm>
          <a:off x="2862833" y="3550859"/>
          <a:ext cx="677567" cy="677567"/>
        </a:xfrm>
        <a:prstGeom prst="arc">
          <a:avLst>
            <a:gd name="adj1" fmla="val 2400000"/>
            <a:gd name="adj2" fmla="val 84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856A6F-2114-46B4-AC71-0E5C151F1FA4}">
      <dsp:nvSpPr>
        <dsp:cNvPr id="0" name=""/>
        <dsp:cNvSpPr/>
      </dsp:nvSpPr>
      <dsp:spPr>
        <a:xfrm>
          <a:off x="2524049" y="3672822"/>
          <a:ext cx="1355135" cy="433643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tx1"/>
              </a:solidFill>
            </a:rPr>
            <a:t>Father’s Maternal Grandfather</a:t>
          </a:r>
        </a:p>
      </dsp:txBody>
      <dsp:txXfrm>
        <a:off x="2524049" y="3672822"/>
        <a:ext cx="1355135" cy="433643"/>
      </dsp:txXfrm>
    </dsp:sp>
    <dsp:sp modelId="{2A31C1E1-03B1-4FC4-AFDB-875E7795AE04}">
      <dsp:nvSpPr>
        <dsp:cNvPr id="0" name=""/>
        <dsp:cNvSpPr/>
      </dsp:nvSpPr>
      <dsp:spPr>
        <a:xfrm>
          <a:off x="2862833" y="4513006"/>
          <a:ext cx="677567" cy="677567"/>
        </a:xfrm>
        <a:prstGeom prst="arc">
          <a:avLst>
            <a:gd name="adj1" fmla="val 13200000"/>
            <a:gd name="adj2" fmla="val 192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0965C0-5AFB-434F-A3DB-D2F12A6378C9}">
      <dsp:nvSpPr>
        <dsp:cNvPr id="0" name=""/>
        <dsp:cNvSpPr/>
      </dsp:nvSpPr>
      <dsp:spPr>
        <a:xfrm>
          <a:off x="2862833" y="4513006"/>
          <a:ext cx="677567" cy="677567"/>
        </a:xfrm>
        <a:prstGeom prst="arc">
          <a:avLst>
            <a:gd name="adj1" fmla="val 2400000"/>
            <a:gd name="adj2" fmla="val 84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B7B76A-4FDA-4A6A-A669-6366E7C7D503}">
      <dsp:nvSpPr>
        <dsp:cNvPr id="0" name=""/>
        <dsp:cNvSpPr/>
      </dsp:nvSpPr>
      <dsp:spPr>
        <a:xfrm>
          <a:off x="2524049" y="4634968"/>
          <a:ext cx="1355135" cy="433643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tx1"/>
              </a:solidFill>
            </a:rPr>
            <a:t>Father’s Maternal Grandmother</a:t>
          </a:r>
        </a:p>
      </dsp:txBody>
      <dsp:txXfrm>
        <a:off x="2524049" y="4634968"/>
        <a:ext cx="1355135" cy="433643"/>
      </dsp:txXfrm>
    </dsp:sp>
    <dsp:sp modelId="{BC71956A-64CB-48F6-9FCF-9FA296A35025}">
      <dsp:nvSpPr>
        <dsp:cNvPr id="0" name=""/>
        <dsp:cNvSpPr/>
      </dsp:nvSpPr>
      <dsp:spPr>
        <a:xfrm>
          <a:off x="4441566" y="1626567"/>
          <a:ext cx="677567" cy="677567"/>
        </a:xfrm>
        <a:prstGeom prst="arc">
          <a:avLst>
            <a:gd name="adj1" fmla="val 13200000"/>
            <a:gd name="adj2" fmla="val 192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73DCFB-4613-45BE-BFCF-3699B10414DE}">
      <dsp:nvSpPr>
        <dsp:cNvPr id="0" name=""/>
        <dsp:cNvSpPr/>
      </dsp:nvSpPr>
      <dsp:spPr>
        <a:xfrm>
          <a:off x="4441566" y="1626567"/>
          <a:ext cx="677567" cy="677567"/>
        </a:xfrm>
        <a:prstGeom prst="arc">
          <a:avLst>
            <a:gd name="adj1" fmla="val 2400000"/>
            <a:gd name="adj2" fmla="val 84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BC6EBC-9F13-4CC1-B3EF-F8743038C060}">
      <dsp:nvSpPr>
        <dsp:cNvPr id="0" name=""/>
        <dsp:cNvSpPr/>
      </dsp:nvSpPr>
      <dsp:spPr>
        <a:xfrm>
          <a:off x="4102782" y="1748529"/>
          <a:ext cx="1355135" cy="433643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Mother</a:t>
          </a:r>
        </a:p>
      </dsp:txBody>
      <dsp:txXfrm>
        <a:off x="4102782" y="1748529"/>
        <a:ext cx="1355135" cy="433643"/>
      </dsp:txXfrm>
    </dsp:sp>
    <dsp:sp modelId="{ABD7D83F-4881-4D8E-8D89-031D6D9AAB54}">
      <dsp:nvSpPr>
        <dsp:cNvPr id="0" name=""/>
        <dsp:cNvSpPr/>
      </dsp:nvSpPr>
      <dsp:spPr>
        <a:xfrm>
          <a:off x="3621709" y="2588713"/>
          <a:ext cx="677567" cy="677567"/>
        </a:xfrm>
        <a:prstGeom prst="arc">
          <a:avLst>
            <a:gd name="adj1" fmla="val 13200000"/>
            <a:gd name="adj2" fmla="val 192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9928FC-2122-4D2F-BA4D-596B521E862D}">
      <dsp:nvSpPr>
        <dsp:cNvPr id="0" name=""/>
        <dsp:cNvSpPr/>
      </dsp:nvSpPr>
      <dsp:spPr>
        <a:xfrm>
          <a:off x="3621709" y="2588713"/>
          <a:ext cx="677567" cy="677567"/>
        </a:xfrm>
        <a:prstGeom prst="arc">
          <a:avLst>
            <a:gd name="adj1" fmla="val 2400000"/>
            <a:gd name="adj2" fmla="val 84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DFAC77-CA84-4709-A9F2-A25E7F5F4130}">
      <dsp:nvSpPr>
        <dsp:cNvPr id="0" name=""/>
        <dsp:cNvSpPr/>
      </dsp:nvSpPr>
      <dsp:spPr>
        <a:xfrm>
          <a:off x="3282925" y="2710675"/>
          <a:ext cx="1355135" cy="433643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Mother’s Father</a:t>
          </a:r>
        </a:p>
      </dsp:txBody>
      <dsp:txXfrm>
        <a:off x="3282925" y="2710675"/>
        <a:ext cx="1355135" cy="433643"/>
      </dsp:txXfrm>
    </dsp:sp>
    <dsp:sp modelId="{7A230229-B42E-4F02-AD35-1C2364030CBD}">
      <dsp:nvSpPr>
        <dsp:cNvPr id="0" name=""/>
        <dsp:cNvSpPr/>
      </dsp:nvSpPr>
      <dsp:spPr>
        <a:xfrm>
          <a:off x="4502547" y="3550859"/>
          <a:ext cx="677567" cy="677567"/>
        </a:xfrm>
        <a:prstGeom prst="arc">
          <a:avLst>
            <a:gd name="adj1" fmla="val 13200000"/>
            <a:gd name="adj2" fmla="val 192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A1F77B-DD25-4147-B788-93DE9348E5EA}">
      <dsp:nvSpPr>
        <dsp:cNvPr id="0" name=""/>
        <dsp:cNvSpPr/>
      </dsp:nvSpPr>
      <dsp:spPr>
        <a:xfrm>
          <a:off x="4502547" y="3550859"/>
          <a:ext cx="677567" cy="677567"/>
        </a:xfrm>
        <a:prstGeom prst="arc">
          <a:avLst>
            <a:gd name="adj1" fmla="val 2400000"/>
            <a:gd name="adj2" fmla="val 84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07D42D-6FD2-4645-BE24-2A4491405F6C}">
      <dsp:nvSpPr>
        <dsp:cNvPr id="0" name=""/>
        <dsp:cNvSpPr/>
      </dsp:nvSpPr>
      <dsp:spPr>
        <a:xfrm>
          <a:off x="4163763" y="3672822"/>
          <a:ext cx="1355135" cy="433643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Mother’s Paternal Grandfather</a:t>
          </a:r>
        </a:p>
      </dsp:txBody>
      <dsp:txXfrm>
        <a:off x="4163763" y="3672822"/>
        <a:ext cx="1355135" cy="433643"/>
      </dsp:txXfrm>
    </dsp:sp>
    <dsp:sp modelId="{455FB3B8-9283-4D9D-8372-135388230A74}">
      <dsp:nvSpPr>
        <dsp:cNvPr id="0" name=""/>
        <dsp:cNvSpPr/>
      </dsp:nvSpPr>
      <dsp:spPr>
        <a:xfrm>
          <a:off x="4502547" y="4513006"/>
          <a:ext cx="677567" cy="677567"/>
        </a:xfrm>
        <a:prstGeom prst="arc">
          <a:avLst>
            <a:gd name="adj1" fmla="val 13200000"/>
            <a:gd name="adj2" fmla="val 192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61FE97-7677-485D-BF27-88FA51A5FA04}">
      <dsp:nvSpPr>
        <dsp:cNvPr id="0" name=""/>
        <dsp:cNvSpPr/>
      </dsp:nvSpPr>
      <dsp:spPr>
        <a:xfrm>
          <a:off x="4502547" y="4513006"/>
          <a:ext cx="677567" cy="677567"/>
        </a:xfrm>
        <a:prstGeom prst="arc">
          <a:avLst>
            <a:gd name="adj1" fmla="val 2400000"/>
            <a:gd name="adj2" fmla="val 84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906674-33BB-4784-A29C-7B1103B5F655}">
      <dsp:nvSpPr>
        <dsp:cNvPr id="0" name=""/>
        <dsp:cNvSpPr/>
      </dsp:nvSpPr>
      <dsp:spPr>
        <a:xfrm>
          <a:off x="4163763" y="4634968"/>
          <a:ext cx="1355135" cy="433643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Mother’s Paternal Grandmother</a:t>
          </a:r>
        </a:p>
      </dsp:txBody>
      <dsp:txXfrm>
        <a:off x="4163763" y="4634968"/>
        <a:ext cx="1355135" cy="433643"/>
      </dsp:txXfrm>
    </dsp:sp>
    <dsp:sp modelId="{49D893CE-4598-404D-9E43-FF3A4257B7C2}">
      <dsp:nvSpPr>
        <dsp:cNvPr id="0" name=""/>
        <dsp:cNvSpPr/>
      </dsp:nvSpPr>
      <dsp:spPr>
        <a:xfrm>
          <a:off x="5261423" y="2588713"/>
          <a:ext cx="677567" cy="677567"/>
        </a:xfrm>
        <a:prstGeom prst="arc">
          <a:avLst>
            <a:gd name="adj1" fmla="val 13200000"/>
            <a:gd name="adj2" fmla="val 192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26CBF5-832D-402F-A843-0459DD4F83D8}">
      <dsp:nvSpPr>
        <dsp:cNvPr id="0" name=""/>
        <dsp:cNvSpPr/>
      </dsp:nvSpPr>
      <dsp:spPr>
        <a:xfrm>
          <a:off x="5261423" y="2588713"/>
          <a:ext cx="677567" cy="677567"/>
        </a:xfrm>
        <a:prstGeom prst="arc">
          <a:avLst>
            <a:gd name="adj1" fmla="val 2400000"/>
            <a:gd name="adj2" fmla="val 84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AA9E28-6CB0-4371-B1D7-5019A586CA49}">
      <dsp:nvSpPr>
        <dsp:cNvPr id="0" name=""/>
        <dsp:cNvSpPr/>
      </dsp:nvSpPr>
      <dsp:spPr>
        <a:xfrm>
          <a:off x="4922639" y="2710675"/>
          <a:ext cx="1355135" cy="433643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Mother’s Mother</a:t>
          </a:r>
        </a:p>
      </dsp:txBody>
      <dsp:txXfrm>
        <a:off x="4922639" y="2710675"/>
        <a:ext cx="1355135" cy="433643"/>
      </dsp:txXfrm>
    </dsp:sp>
    <dsp:sp modelId="{92622384-50F6-4738-9B98-CE96F6D6B14A}">
      <dsp:nvSpPr>
        <dsp:cNvPr id="0" name=""/>
        <dsp:cNvSpPr/>
      </dsp:nvSpPr>
      <dsp:spPr>
        <a:xfrm>
          <a:off x="6142262" y="3550859"/>
          <a:ext cx="677567" cy="677567"/>
        </a:xfrm>
        <a:prstGeom prst="arc">
          <a:avLst>
            <a:gd name="adj1" fmla="val 13200000"/>
            <a:gd name="adj2" fmla="val 192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AC22E1-F2CF-4F43-BA96-5FB357026784}">
      <dsp:nvSpPr>
        <dsp:cNvPr id="0" name=""/>
        <dsp:cNvSpPr/>
      </dsp:nvSpPr>
      <dsp:spPr>
        <a:xfrm>
          <a:off x="6142262" y="3550859"/>
          <a:ext cx="677567" cy="677567"/>
        </a:xfrm>
        <a:prstGeom prst="arc">
          <a:avLst>
            <a:gd name="adj1" fmla="val 2400000"/>
            <a:gd name="adj2" fmla="val 84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0907CB-AC12-4D5B-B2B9-07F993C45885}">
      <dsp:nvSpPr>
        <dsp:cNvPr id="0" name=""/>
        <dsp:cNvSpPr/>
      </dsp:nvSpPr>
      <dsp:spPr>
        <a:xfrm>
          <a:off x="5803478" y="3672822"/>
          <a:ext cx="1355135" cy="433643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Mother’s Maternal Grandfather</a:t>
          </a:r>
        </a:p>
      </dsp:txBody>
      <dsp:txXfrm>
        <a:off x="5803478" y="3672822"/>
        <a:ext cx="1355135" cy="433643"/>
      </dsp:txXfrm>
    </dsp:sp>
    <dsp:sp modelId="{F2E35161-0DD7-4492-8F7A-B77A1B8E6A16}">
      <dsp:nvSpPr>
        <dsp:cNvPr id="0" name=""/>
        <dsp:cNvSpPr/>
      </dsp:nvSpPr>
      <dsp:spPr>
        <a:xfrm>
          <a:off x="6142262" y="4513006"/>
          <a:ext cx="677567" cy="677567"/>
        </a:xfrm>
        <a:prstGeom prst="arc">
          <a:avLst>
            <a:gd name="adj1" fmla="val 13200000"/>
            <a:gd name="adj2" fmla="val 192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F6DB6F-A9F4-4760-B06F-E7B0F17E0202}">
      <dsp:nvSpPr>
        <dsp:cNvPr id="0" name=""/>
        <dsp:cNvSpPr/>
      </dsp:nvSpPr>
      <dsp:spPr>
        <a:xfrm>
          <a:off x="6142262" y="4513006"/>
          <a:ext cx="677567" cy="677567"/>
        </a:xfrm>
        <a:prstGeom prst="arc">
          <a:avLst>
            <a:gd name="adj1" fmla="val 2400000"/>
            <a:gd name="adj2" fmla="val 84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F28DC1-F227-4BF5-8F8A-DAC93A175962}">
      <dsp:nvSpPr>
        <dsp:cNvPr id="0" name=""/>
        <dsp:cNvSpPr/>
      </dsp:nvSpPr>
      <dsp:spPr>
        <a:xfrm>
          <a:off x="5803478" y="4634968"/>
          <a:ext cx="1355135" cy="433643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Mother’s Maternal Grandmother</a:t>
          </a:r>
        </a:p>
      </dsp:txBody>
      <dsp:txXfrm>
        <a:off x="5803478" y="4634968"/>
        <a:ext cx="1355135" cy="4336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B9718D-D180-4BAF-91D8-FAC03AC0BDA6}">
      <dsp:nvSpPr>
        <dsp:cNvPr id="0" name=""/>
        <dsp:cNvSpPr/>
      </dsp:nvSpPr>
      <dsp:spPr>
        <a:xfrm>
          <a:off x="5600207" y="3266281"/>
          <a:ext cx="623362" cy="13686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8687"/>
              </a:lnTo>
              <a:lnTo>
                <a:pt x="623362" y="1368687"/>
              </a:lnTo>
            </a:path>
          </a:pathLst>
        </a:custGeom>
        <a:noFill/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7D8964-989E-4E70-B933-EB6FDED2A88C}">
      <dsp:nvSpPr>
        <dsp:cNvPr id="0" name=""/>
        <dsp:cNvSpPr/>
      </dsp:nvSpPr>
      <dsp:spPr>
        <a:xfrm>
          <a:off x="5600207" y="3266281"/>
          <a:ext cx="623362" cy="4065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6540"/>
              </a:lnTo>
              <a:lnTo>
                <a:pt x="623362" y="406540"/>
              </a:lnTo>
            </a:path>
          </a:pathLst>
        </a:custGeom>
        <a:noFill/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810C1C-C8E8-4000-A812-407B53B997F6}">
      <dsp:nvSpPr>
        <dsp:cNvPr id="0" name=""/>
        <dsp:cNvSpPr/>
      </dsp:nvSpPr>
      <dsp:spPr>
        <a:xfrm>
          <a:off x="4780350" y="2304135"/>
          <a:ext cx="819857" cy="2845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289"/>
              </a:lnTo>
              <a:lnTo>
                <a:pt x="819857" y="142289"/>
              </a:lnTo>
              <a:lnTo>
                <a:pt x="819857" y="284578"/>
              </a:lnTo>
            </a:path>
          </a:pathLst>
        </a:custGeom>
        <a:noFill/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350196-3F3F-46F6-B567-86FD02674E07}">
      <dsp:nvSpPr>
        <dsp:cNvPr id="0" name=""/>
        <dsp:cNvSpPr/>
      </dsp:nvSpPr>
      <dsp:spPr>
        <a:xfrm>
          <a:off x="3960493" y="3266281"/>
          <a:ext cx="623362" cy="13686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8687"/>
              </a:lnTo>
              <a:lnTo>
                <a:pt x="623362" y="1368687"/>
              </a:lnTo>
            </a:path>
          </a:pathLst>
        </a:custGeom>
        <a:noFill/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2B1C43-60A7-4B67-A963-2784A4D2EF8D}">
      <dsp:nvSpPr>
        <dsp:cNvPr id="0" name=""/>
        <dsp:cNvSpPr/>
      </dsp:nvSpPr>
      <dsp:spPr>
        <a:xfrm>
          <a:off x="3960493" y="3266281"/>
          <a:ext cx="623362" cy="4065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6540"/>
              </a:lnTo>
              <a:lnTo>
                <a:pt x="623362" y="406540"/>
              </a:lnTo>
            </a:path>
          </a:pathLst>
        </a:custGeom>
        <a:noFill/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2BB26F-C878-4950-A5F4-8AEA82859E1C}">
      <dsp:nvSpPr>
        <dsp:cNvPr id="0" name=""/>
        <dsp:cNvSpPr/>
      </dsp:nvSpPr>
      <dsp:spPr>
        <a:xfrm>
          <a:off x="3960493" y="2304135"/>
          <a:ext cx="819857" cy="284578"/>
        </a:xfrm>
        <a:custGeom>
          <a:avLst/>
          <a:gdLst/>
          <a:ahLst/>
          <a:cxnLst/>
          <a:rect l="0" t="0" r="0" b="0"/>
          <a:pathLst>
            <a:path>
              <a:moveTo>
                <a:pt x="819857" y="0"/>
              </a:moveTo>
              <a:lnTo>
                <a:pt x="819857" y="142289"/>
              </a:lnTo>
              <a:lnTo>
                <a:pt x="0" y="142289"/>
              </a:lnTo>
              <a:lnTo>
                <a:pt x="0" y="284578"/>
              </a:lnTo>
            </a:path>
          </a:pathLst>
        </a:custGeom>
        <a:noFill/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06726C-AA66-40C5-AF7C-E50BED765525}">
      <dsp:nvSpPr>
        <dsp:cNvPr id="0" name=""/>
        <dsp:cNvSpPr/>
      </dsp:nvSpPr>
      <dsp:spPr>
        <a:xfrm>
          <a:off x="3140636" y="1341988"/>
          <a:ext cx="1639714" cy="2845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289"/>
              </a:lnTo>
              <a:lnTo>
                <a:pt x="1639714" y="142289"/>
              </a:lnTo>
              <a:lnTo>
                <a:pt x="1639714" y="284578"/>
              </a:lnTo>
            </a:path>
          </a:pathLst>
        </a:cu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E9C3D7-1CFD-484C-80CB-B939465E74A5}">
      <dsp:nvSpPr>
        <dsp:cNvPr id="0" name=""/>
        <dsp:cNvSpPr/>
      </dsp:nvSpPr>
      <dsp:spPr>
        <a:xfrm>
          <a:off x="2320779" y="3266281"/>
          <a:ext cx="623362" cy="13686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8687"/>
              </a:lnTo>
              <a:lnTo>
                <a:pt x="623362" y="1368687"/>
              </a:lnTo>
            </a:path>
          </a:pathLst>
        </a:custGeom>
        <a:noFill/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0CC9FF-81BA-4BB9-8106-BF6125FD3730}">
      <dsp:nvSpPr>
        <dsp:cNvPr id="0" name=""/>
        <dsp:cNvSpPr/>
      </dsp:nvSpPr>
      <dsp:spPr>
        <a:xfrm>
          <a:off x="2320779" y="3266281"/>
          <a:ext cx="623362" cy="4065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6540"/>
              </a:lnTo>
              <a:lnTo>
                <a:pt x="623362" y="406540"/>
              </a:lnTo>
            </a:path>
          </a:pathLst>
        </a:custGeom>
        <a:noFill/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949335-EF86-4C3F-84CD-5BB53B656E9A}">
      <dsp:nvSpPr>
        <dsp:cNvPr id="0" name=""/>
        <dsp:cNvSpPr/>
      </dsp:nvSpPr>
      <dsp:spPr>
        <a:xfrm>
          <a:off x="1500922" y="2304135"/>
          <a:ext cx="819857" cy="2845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289"/>
              </a:lnTo>
              <a:lnTo>
                <a:pt x="819857" y="142289"/>
              </a:lnTo>
              <a:lnTo>
                <a:pt x="819857" y="284578"/>
              </a:lnTo>
            </a:path>
          </a:pathLst>
        </a:custGeom>
        <a:noFill/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EAB8B4-B389-4993-BB6F-08A96E526912}">
      <dsp:nvSpPr>
        <dsp:cNvPr id="0" name=""/>
        <dsp:cNvSpPr/>
      </dsp:nvSpPr>
      <dsp:spPr>
        <a:xfrm>
          <a:off x="681064" y="3266281"/>
          <a:ext cx="623362" cy="13686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8687"/>
              </a:lnTo>
              <a:lnTo>
                <a:pt x="623362" y="1368687"/>
              </a:lnTo>
            </a:path>
          </a:pathLst>
        </a:custGeom>
        <a:noFill/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C95563-0D47-49A8-B88F-25D30F59F738}">
      <dsp:nvSpPr>
        <dsp:cNvPr id="0" name=""/>
        <dsp:cNvSpPr/>
      </dsp:nvSpPr>
      <dsp:spPr>
        <a:xfrm>
          <a:off x="681064" y="3266281"/>
          <a:ext cx="623362" cy="4065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6540"/>
              </a:lnTo>
              <a:lnTo>
                <a:pt x="623362" y="406540"/>
              </a:lnTo>
            </a:path>
          </a:pathLst>
        </a:custGeom>
        <a:noFill/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AA4A42-4E67-4DB8-BA79-C5E6605AA54D}">
      <dsp:nvSpPr>
        <dsp:cNvPr id="0" name=""/>
        <dsp:cNvSpPr/>
      </dsp:nvSpPr>
      <dsp:spPr>
        <a:xfrm>
          <a:off x="681064" y="2304135"/>
          <a:ext cx="819857" cy="284578"/>
        </a:xfrm>
        <a:custGeom>
          <a:avLst/>
          <a:gdLst/>
          <a:ahLst/>
          <a:cxnLst/>
          <a:rect l="0" t="0" r="0" b="0"/>
          <a:pathLst>
            <a:path>
              <a:moveTo>
                <a:pt x="819857" y="0"/>
              </a:moveTo>
              <a:lnTo>
                <a:pt x="819857" y="142289"/>
              </a:lnTo>
              <a:lnTo>
                <a:pt x="0" y="142289"/>
              </a:lnTo>
              <a:lnTo>
                <a:pt x="0" y="284578"/>
              </a:lnTo>
            </a:path>
          </a:pathLst>
        </a:custGeom>
        <a:noFill/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A0EDE2-C038-4247-A158-CFA54FDBA7D8}">
      <dsp:nvSpPr>
        <dsp:cNvPr id="0" name=""/>
        <dsp:cNvSpPr/>
      </dsp:nvSpPr>
      <dsp:spPr>
        <a:xfrm>
          <a:off x="1500922" y="1341988"/>
          <a:ext cx="1639714" cy="284578"/>
        </a:xfrm>
        <a:custGeom>
          <a:avLst/>
          <a:gdLst/>
          <a:ahLst/>
          <a:cxnLst/>
          <a:rect l="0" t="0" r="0" b="0"/>
          <a:pathLst>
            <a:path>
              <a:moveTo>
                <a:pt x="1639714" y="0"/>
              </a:moveTo>
              <a:lnTo>
                <a:pt x="1639714" y="142289"/>
              </a:lnTo>
              <a:lnTo>
                <a:pt x="0" y="142289"/>
              </a:lnTo>
              <a:lnTo>
                <a:pt x="0" y="284578"/>
              </a:lnTo>
            </a:path>
          </a:pathLst>
        </a:cu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43241A-A75E-4CAC-A52F-69619046424D}">
      <dsp:nvSpPr>
        <dsp:cNvPr id="0" name=""/>
        <dsp:cNvSpPr/>
      </dsp:nvSpPr>
      <dsp:spPr>
        <a:xfrm>
          <a:off x="2801852" y="664420"/>
          <a:ext cx="677567" cy="677567"/>
        </a:xfrm>
        <a:prstGeom prst="arc">
          <a:avLst>
            <a:gd name="adj1" fmla="val 13200000"/>
            <a:gd name="adj2" fmla="val 192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BADE81-EE53-4E8F-9DC6-AF9A34B04556}">
      <dsp:nvSpPr>
        <dsp:cNvPr id="0" name=""/>
        <dsp:cNvSpPr/>
      </dsp:nvSpPr>
      <dsp:spPr>
        <a:xfrm>
          <a:off x="2801852" y="664420"/>
          <a:ext cx="677567" cy="677567"/>
        </a:xfrm>
        <a:prstGeom prst="arc">
          <a:avLst>
            <a:gd name="adj1" fmla="val 2400000"/>
            <a:gd name="adj2" fmla="val 84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ACE8F8-12A4-4395-B7F4-15F79AA9B89F}">
      <dsp:nvSpPr>
        <dsp:cNvPr id="0" name=""/>
        <dsp:cNvSpPr/>
      </dsp:nvSpPr>
      <dsp:spPr>
        <a:xfrm>
          <a:off x="2463068" y="786383"/>
          <a:ext cx="1355135" cy="433643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CISO</a:t>
          </a:r>
        </a:p>
      </dsp:txBody>
      <dsp:txXfrm>
        <a:off x="2463068" y="786383"/>
        <a:ext cx="1355135" cy="433643"/>
      </dsp:txXfrm>
    </dsp:sp>
    <dsp:sp modelId="{02CDFC24-61AA-4349-8FC6-18F4500F518D}">
      <dsp:nvSpPr>
        <dsp:cNvPr id="0" name=""/>
        <dsp:cNvSpPr/>
      </dsp:nvSpPr>
      <dsp:spPr>
        <a:xfrm>
          <a:off x="1162138" y="1626567"/>
          <a:ext cx="677567" cy="677567"/>
        </a:xfrm>
        <a:prstGeom prst="arc">
          <a:avLst>
            <a:gd name="adj1" fmla="val 13200000"/>
            <a:gd name="adj2" fmla="val 192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CCC689-F664-4DDB-A973-77B1836B91A3}">
      <dsp:nvSpPr>
        <dsp:cNvPr id="0" name=""/>
        <dsp:cNvSpPr/>
      </dsp:nvSpPr>
      <dsp:spPr>
        <a:xfrm>
          <a:off x="1162138" y="1626567"/>
          <a:ext cx="677567" cy="677567"/>
        </a:xfrm>
        <a:prstGeom prst="arc">
          <a:avLst>
            <a:gd name="adj1" fmla="val 2400000"/>
            <a:gd name="adj2" fmla="val 84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CEF602-64B8-4197-8172-7EA0F8E7FC8D}">
      <dsp:nvSpPr>
        <dsp:cNvPr id="0" name=""/>
        <dsp:cNvSpPr/>
      </dsp:nvSpPr>
      <dsp:spPr>
        <a:xfrm>
          <a:off x="823354" y="1748529"/>
          <a:ext cx="1355135" cy="433643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tx1"/>
              </a:solidFill>
            </a:rPr>
            <a:t>Father</a:t>
          </a:r>
        </a:p>
      </dsp:txBody>
      <dsp:txXfrm>
        <a:off x="823354" y="1748529"/>
        <a:ext cx="1355135" cy="433643"/>
      </dsp:txXfrm>
    </dsp:sp>
    <dsp:sp modelId="{CF2A05A4-E5B6-49B7-BEF5-C35C870ACC47}">
      <dsp:nvSpPr>
        <dsp:cNvPr id="0" name=""/>
        <dsp:cNvSpPr/>
      </dsp:nvSpPr>
      <dsp:spPr>
        <a:xfrm>
          <a:off x="342281" y="2588713"/>
          <a:ext cx="677567" cy="677567"/>
        </a:xfrm>
        <a:prstGeom prst="arc">
          <a:avLst>
            <a:gd name="adj1" fmla="val 13200000"/>
            <a:gd name="adj2" fmla="val 192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0453DB-24AA-46A4-860F-D7EBB5157B2A}">
      <dsp:nvSpPr>
        <dsp:cNvPr id="0" name=""/>
        <dsp:cNvSpPr/>
      </dsp:nvSpPr>
      <dsp:spPr>
        <a:xfrm>
          <a:off x="342281" y="2588713"/>
          <a:ext cx="677567" cy="677567"/>
        </a:xfrm>
        <a:prstGeom prst="arc">
          <a:avLst>
            <a:gd name="adj1" fmla="val 2400000"/>
            <a:gd name="adj2" fmla="val 84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76C0E7-FE12-4928-B124-09C31700E28E}">
      <dsp:nvSpPr>
        <dsp:cNvPr id="0" name=""/>
        <dsp:cNvSpPr/>
      </dsp:nvSpPr>
      <dsp:spPr>
        <a:xfrm>
          <a:off x="3497" y="2710675"/>
          <a:ext cx="1355135" cy="433643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tx1"/>
              </a:solidFill>
            </a:rPr>
            <a:t>Father’s Father</a:t>
          </a:r>
        </a:p>
      </dsp:txBody>
      <dsp:txXfrm>
        <a:off x="3497" y="2710675"/>
        <a:ext cx="1355135" cy="433643"/>
      </dsp:txXfrm>
    </dsp:sp>
    <dsp:sp modelId="{63012989-DB9B-47BB-AD0D-D2085871D2FF}">
      <dsp:nvSpPr>
        <dsp:cNvPr id="0" name=""/>
        <dsp:cNvSpPr/>
      </dsp:nvSpPr>
      <dsp:spPr>
        <a:xfrm>
          <a:off x="1223119" y="3550859"/>
          <a:ext cx="677567" cy="677567"/>
        </a:xfrm>
        <a:prstGeom prst="arc">
          <a:avLst>
            <a:gd name="adj1" fmla="val 13200000"/>
            <a:gd name="adj2" fmla="val 192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6C4A30-F25A-4C95-AE83-D78F4BC119FF}">
      <dsp:nvSpPr>
        <dsp:cNvPr id="0" name=""/>
        <dsp:cNvSpPr/>
      </dsp:nvSpPr>
      <dsp:spPr>
        <a:xfrm>
          <a:off x="1223119" y="3550859"/>
          <a:ext cx="677567" cy="677567"/>
        </a:xfrm>
        <a:prstGeom prst="arc">
          <a:avLst>
            <a:gd name="adj1" fmla="val 2400000"/>
            <a:gd name="adj2" fmla="val 84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FD43AE-B652-4E29-970A-B221B80CBE54}">
      <dsp:nvSpPr>
        <dsp:cNvPr id="0" name=""/>
        <dsp:cNvSpPr/>
      </dsp:nvSpPr>
      <dsp:spPr>
        <a:xfrm>
          <a:off x="884335" y="3672822"/>
          <a:ext cx="1355135" cy="433643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tx1"/>
              </a:solidFill>
            </a:rPr>
            <a:t>Father’s Paternal Grandfather</a:t>
          </a:r>
        </a:p>
      </dsp:txBody>
      <dsp:txXfrm>
        <a:off x="884335" y="3672822"/>
        <a:ext cx="1355135" cy="433643"/>
      </dsp:txXfrm>
    </dsp:sp>
    <dsp:sp modelId="{23FA3DFD-290C-4DC8-8E6C-016EE59B0937}">
      <dsp:nvSpPr>
        <dsp:cNvPr id="0" name=""/>
        <dsp:cNvSpPr/>
      </dsp:nvSpPr>
      <dsp:spPr>
        <a:xfrm>
          <a:off x="1223119" y="4513006"/>
          <a:ext cx="677567" cy="677567"/>
        </a:xfrm>
        <a:prstGeom prst="arc">
          <a:avLst>
            <a:gd name="adj1" fmla="val 13200000"/>
            <a:gd name="adj2" fmla="val 192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C30DFC-DAEB-4E23-BB23-BCAEFDCF71D6}">
      <dsp:nvSpPr>
        <dsp:cNvPr id="0" name=""/>
        <dsp:cNvSpPr/>
      </dsp:nvSpPr>
      <dsp:spPr>
        <a:xfrm>
          <a:off x="1223119" y="4513006"/>
          <a:ext cx="677567" cy="677567"/>
        </a:xfrm>
        <a:prstGeom prst="arc">
          <a:avLst>
            <a:gd name="adj1" fmla="val 2400000"/>
            <a:gd name="adj2" fmla="val 84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AFB44D-FE38-42C5-8336-8ACBA5005AF5}">
      <dsp:nvSpPr>
        <dsp:cNvPr id="0" name=""/>
        <dsp:cNvSpPr/>
      </dsp:nvSpPr>
      <dsp:spPr>
        <a:xfrm>
          <a:off x="884335" y="4634968"/>
          <a:ext cx="1355135" cy="433643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tx1"/>
              </a:solidFill>
            </a:rPr>
            <a:t>Father’s Paternal Grandmother</a:t>
          </a:r>
        </a:p>
      </dsp:txBody>
      <dsp:txXfrm>
        <a:off x="884335" y="4634968"/>
        <a:ext cx="1355135" cy="433643"/>
      </dsp:txXfrm>
    </dsp:sp>
    <dsp:sp modelId="{228C9A2A-60F2-4A15-83FC-8BCB410F20D0}">
      <dsp:nvSpPr>
        <dsp:cNvPr id="0" name=""/>
        <dsp:cNvSpPr/>
      </dsp:nvSpPr>
      <dsp:spPr>
        <a:xfrm>
          <a:off x="1981995" y="2588713"/>
          <a:ext cx="677567" cy="677567"/>
        </a:xfrm>
        <a:prstGeom prst="arc">
          <a:avLst>
            <a:gd name="adj1" fmla="val 13200000"/>
            <a:gd name="adj2" fmla="val 192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2CFC46-0D19-46EA-A689-AEB267878B78}">
      <dsp:nvSpPr>
        <dsp:cNvPr id="0" name=""/>
        <dsp:cNvSpPr/>
      </dsp:nvSpPr>
      <dsp:spPr>
        <a:xfrm>
          <a:off x="1981995" y="2588713"/>
          <a:ext cx="677567" cy="677567"/>
        </a:xfrm>
        <a:prstGeom prst="arc">
          <a:avLst>
            <a:gd name="adj1" fmla="val 2400000"/>
            <a:gd name="adj2" fmla="val 84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8028A1-1C4F-481D-A140-8D82CFE85080}">
      <dsp:nvSpPr>
        <dsp:cNvPr id="0" name=""/>
        <dsp:cNvSpPr/>
      </dsp:nvSpPr>
      <dsp:spPr>
        <a:xfrm>
          <a:off x="1643211" y="2710675"/>
          <a:ext cx="1355135" cy="433643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tx1"/>
              </a:solidFill>
            </a:rPr>
            <a:t>Father’s Mother</a:t>
          </a:r>
        </a:p>
      </dsp:txBody>
      <dsp:txXfrm>
        <a:off x="1643211" y="2710675"/>
        <a:ext cx="1355135" cy="433643"/>
      </dsp:txXfrm>
    </dsp:sp>
    <dsp:sp modelId="{D5B36B7C-6A10-46BB-8A16-BD262A7BA042}">
      <dsp:nvSpPr>
        <dsp:cNvPr id="0" name=""/>
        <dsp:cNvSpPr/>
      </dsp:nvSpPr>
      <dsp:spPr>
        <a:xfrm>
          <a:off x="2862833" y="3550859"/>
          <a:ext cx="677567" cy="677567"/>
        </a:xfrm>
        <a:prstGeom prst="arc">
          <a:avLst>
            <a:gd name="adj1" fmla="val 13200000"/>
            <a:gd name="adj2" fmla="val 192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1BFFBA-A8DB-49CD-9143-33E1E80D4AD3}">
      <dsp:nvSpPr>
        <dsp:cNvPr id="0" name=""/>
        <dsp:cNvSpPr/>
      </dsp:nvSpPr>
      <dsp:spPr>
        <a:xfrm>
          <a:off x="2862833" y="3550859"/>
          <a:ext cx="677567" cy="677567"/>
        </a:xfrm>
        <a:prstGeom prst="arc">
          <a:avLst>
            <a:gd name="adj1" fmla="val 2400000"/>
            <a:gd name="adj2" fmla="val 84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856A6F-2114-46B4-AC71-0E5C151F1FA4}">
      <dsp:nvSpPr>
        <dsp:cNvPr id="0" name=""/>
        <dsp:cNvSpPr/>
      </dsp:nvSpPr>
      <dsp:spPr>
        <a:xfrm>
          <a:off x="2524049" y="3672822"/>
          <a:ext cx="1355135" cy="433643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tx1"/>
              </a:solidFill>
            </a:rPr>
            <a:t>Father’s Maternal Grandfather</a:t>
          </a:r>
        </a:p>
      </dsp:txBody>
      <dsp:txXfrm>
        <a:off x="2524049" y="3672822"/>
        <a:ext cx="1355135" cy="433643"/>
      </dsp:txXfrm>
    </dsp:sp>
    <dsp:sp modelId="{2A31C1E1-03B1-4FC4-AFDB-875E7795AE04}">
      <dsp:nvSpPr>
        <dsp:cNvPr id="0" name=""/>
        <dsp:cNvSpPr/>
      </dsp:nvSpPr>
      <dsp:spPr>
        <a:xfrm>
          <a:off x="2862833" y="4513006"/>
          <a:ext cx="677567" cy="677567"/>
        </a:xfrm>
        <a:prstGeom prst="arc">
          <a:avLst>
            <a:gd name="adj1" fmla="val 13200000"/>
            <a:gd name="adj2" fmla="val 192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0965C0-5AFB-434F-A3DB-D2F12A6378C9}">
      <dsp:nvSpPr>
        <dsp:cNvPr id="0" name=""/>
        <dsp:cNvSpPr/>
      </dsp:nvSpPr>
      <dsp:spPr>
        <a:xfrm>
          <a:off x="2862833" y="4513006"/>
          <a:ext cx="677567" cy="677567"/>
        </a:xfrm>
        <a:prstGeom prst="arc">
          <a:avLst>
            <a:gd name="adj1" fmla="val 2400000"/>
            <a:gd name="adj2" fmla="val 84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B7B76A-4FDA-4A6A-A669-6366E7C7D503}">
      <dsp:nvSpPr>
        <dsp:cNvPr id="0" name=""/>
        <dsp:cNvSpPr/>
      </dsp:nvSpPr>
      <dsp:spPr>
        <a:xfrm>
          <a:off x="2524049" y="4634968"/>
          <a:ext cx="1355135" cy="433643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chemeClr val="tx1"/>
              </a:solidFill>
            </a:rPr>
            <a:t>Father’s Maternal Grandmother</a:t>
          </a:r>
        </a:p>
      </dsp:txBody>
      <dsp:txXfrm>
        <a:off x="2524049" y="4634968"/>
        <a:ext cx="1355135" cy="433643"/>
      </dsp:txXfrm>
    </dsp:sp>
    <dsp:sp modelId="{BC71956A-64CB-48F6-9FCF-9FA296A35025}">
      <dsp:nvSpPr>
        <dsp:cNvPr id="0" name=""/>
        <dsp:cNvSpPr/>
      </dsp:nvSpPr>
      <dsp:spPr>
        <a:xfrm>
          <a:off x="4441566" y="1626567"/>
          <a:ext cx="677567" cy="677567"/>
        </a:xfrm>
        <a:prstGeom prst="arc">
          <a:avLst>
            <a:gd name="adj1" fmla="val 13200000"/>
            <a:gd name="adj2" fmla="val 192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73DCFB-4613-45BE-BFCF-3699B10414DE}">
      <dsp:nvSpPr>
        <dsp:cNvPr id="0" name=""/>
        <dsp:cNvSpPr/>
      </dsp:nvSpPr>
      <dsp:spPr>
        <a:xfrm>
          <a:off x="4441566" y="1626567"/>
          <a:ext cx="677567" cy="677567"/>
        </a:xfrm>
        <a:prstGeom prst="arc">
          <a:avLst>
            <a:gd name="adj1" fmla="val 2400000"/>
            <a:gd name="adj2" fmla="val 84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BC6EBC-9F13-4CC1-B3EF-F8743038C060}">
      <dsp:nvSpPr>
        <dsp:cNvPr id="0" name=""/>
        <dsp:cNvSpPr/>
      </dsp:nvSpPr>
      <dsp:spPr>
        <a:xfrm>
          <a:off x="4102782" y="1748529"/>
          <a:ext cx="1355135" cy="433643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Mother</a:t>
          </a:r>
        </a:p>
      </dsp:txBody>
      <dsp:txXfrm>
        <a:off x="4102782" y="1748529"/>
        <a:ext cx="1355135" cy="433643"/>
      </dsp:txXfrm>
    </dsp:sp>
    <dsp:sp modelId="{ABD7D83F-4881-4D8E-8D89-031D6D9AAB54}">
      <dsp:nvSpPr>
        <dsp:cNvPr id="0" name=""/>
        <dsp:cNvSpPr/>
      </dsp:nvSpPr>
      <dsp:spPr>
        <a:xfrm>
          <a:off x="3621709" y="2588713"/>
          <a:ext cx="677567" cy="677567"/>
        </a:xfrm>
        <a:prstGeom prst="arc">
          <a:avLst>
            <a:gd name="adj1" fmla="val 13200000"/>
            <a:gd name="adj2" fmla="val 192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9928FC-2122-4D2F-BA4D-596B521E862D}">
      <dsp:nvSpPr>
        <dsp:cNvPr id="0" name=""/>
        <dsp:cNvSpPr/>
      </dsp:nvSpPr>
      <dsp:spPr>
        <a:xfrm>
          <a:off x="3621709" y="2588713"/>
          <a:ext cx="677567" cy="677567"/>
        </a:xfrm>
        <a:prstGeom prst="arc">
          <a:avLst>
            <a:gd name="adj1" fmla="val 2400000"/>
            <a:gd name="adj2" fmla="val 84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DFAC77-CA84-4709-A9F2-A25E7F5F4130}">
      <dsp:nvSpPr>
        <dsp:cNvPr id="0" name=""/>
        <dsp:cNvSpPr/>
      </dsp:nvSpPr>
      <dsp:spPr>
        <a:xfrm>
          <a:off x="3282925" y="2710675"/>
          <a:ext cx="1355135" cy="433643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Mother’s Father</a:t>
          </a:r>
        </a:p>
      </dsp:txBody>
      <dsp:txXfrm>
        <a:off x="3282925" y="2710675"/>
        <a:ext cx="1355135" cy="433643"/>
      </dsp:txXfrm>
    </dsp:sp>
    <dsp:sp modelId="{7A230229-B42E-4F02-AD35-1C2364030CBD}">
      <dsp:nvSpPr>
        <dsp:cNvPr id="0" name=""/>
        <dsp:cNvSpPr/>
      </dsp:nvSpPr>
      <dsp:spPr>
        <a:xfrm>
          <a:off x="4502547" y="3550859"/>
          <a:ext cx="677567" cy="677567"/>
        </a:xfrm>
        <a:prstGeom prst="arc">
          <a:avLst>
            <a:gd name="adj1" fmla="val 13200000"/>
            <a:gd name="adj2" fmla="val 192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A1F77B-DD25-4147-B788-93DE9348E5EA}">
      <dsp:nvSpPr>
        <dsp:cNvPr id="0" name=""/>
        <dsp:cNvSpPr/>
      </dsp:nvSpPr>
      <dsp:spPr>
        <a:xfrm>
          <a:off x="4502547" y="3550859"/>
          <a:ext cx="677567" cy="677567"/>
        </a:xfrm>
        <a:prstGeom prst="arc">
          <a:avLst>
            <a:gd name="adj1" fmla="val 2400000"/>
            <a:gd name="adj2" fmla="val 84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07D42D-6FD2-4645-BE24-2A4491405F6C}">
      <dsp:nvSpPr>
        <dsp:cNvPr id="0" name=""/>
        <dsp:cNvSpPr/>
      </dsp:nvSpPr>
      <dsp:spPr>
        <a:xfrm>
          <a:off x="4163763" y="3672822"/>
          <a:ext cx="1355135" cy="433643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Mother’s Paternal Grandfather</a:t>
          </a:r>
        </a:p>
      </dsp:txBody>
      <dsp:txXfrm>
        <a:off x="4163763" y="3672822"/>
        <a:ext cx="1355135" cy="433643"/>
      </dsp:txXfrm>
    </dsp:sp>
    <dsp:sp modelId="{455FB3B8-9283-4D9D-8372-135388230A74}">
      <dsp:nvSpPr>
        <dsp:cNvPr id="0" name=""/>
        <dsp:cNvSpPr/>
      </dsp:nvSpPr>
      <dsp:spPr>
        <a:xfrm>
          <a:off x="4502547" y="4513006"/>
          <a:ext cx="677567" cy="677567"/>
        </a:xfrm>
        <a:prstGeom prst="arc">
          <a:avLst>
            <a:gd name="adj1" fmla="val 13200000"/>
            <a:gd name="adj2" fmla="val 192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61FE97-7677-485D-BF27-88FA51A5FA04}">
      <dsp:nvSpPr>
        <dsp:cNvPr id="0" name=""/>
        <dsp:cNvSpPr/>
      </dsp:nvSpPr>
      <dsp:spPr>
        <a:xfrm>
          <a:off x="4502547" y="4513006"/>
          <a:ext cx="677567" cy="677567"/>
        </a:xfrm>
        <a:prstGeom prst="arc">
          <a:avLst>
            <a:gd name="adj1" fmla="val 2400000"/>
            <a:gd name="adj2" fmla="val 84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906674-33BB-4784-A29C-7B1103B5F655}">
      <dsp:nvSpPr>
        <dsp:cNvPr id="0" name=""/>
        <dsp:cNvSpPr/>
      </dsp:nvSpPr>
      <dsp:spPr>
        <a:xfrm>
          <a:off x="4163763" y="4634968"/>
          <a:ext cx="1355135" cy="433643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Mother’s Paternal Grandmother</a:t>
          </a:r>
        </a:p>
      </dsp:txBody>
      <dsp:txXfrm>
        <a:off x="4163763" y="4634968"/>
        <a:ext cx="1355135" cy="433643"/>
      </dsp:txXfrm>
    </dsp:sp>
    <dsp:sp modelId="{49D893CE-4598-404D-9E43-FF3A4257B7C2}">
      <dsp:nvSpPr>
        <dsp:cNvPr id="0" name=""/>
        <dsp:cNvSpPr/>
      </dsp:nvSpPr>
      <dsp:spPr>
        <a:xfrm>
          <a:off x="5261423" y="2588713"/>
          <a:ext cx="677567" cy="677567"/>
        </a:xfrm>
        <a:prstGeom prst="arc">
          <a:avLst>
            <a:gd name="adj1" fmla="val 13200000"/>
            <a:gd name="adj2" fmla="val 192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26CBF5-832D-402F-A843-0459DD4F83D8}">
      <dsp:nvSpPr>
        <dsp:cNvPr id="0" name=""/>
        <dsp:cNvSpPr/>
      </dsp:nvSpPr>
      <dsp:spPr>
        <a:xfrm>
          <a:off x="5261423" y="2588713"/>
          <a:ext cx="677567" cy="677567"/>
        </a:xfrm>
        <a:prstGeom prst="arc">
          <a:avLst>
            <a:gd name="adj1" fmla="val 2400000"/>
            <a:gd name="adj2" fmla="val 84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AA9E28-6CB0-4371-B1D7-5019A586CA49}">
      <dsp:nvSpPr>
        <dsp:cNvPr id="0" name=""/>
        <dsp:cNvSpPr/>
      </dsp:nvSpPr>
      <dsp:spPr>
        <a:xfrm>
          <a:off x="4922639" y="2710675"/>
          <a:ext cx="1355135" cy="433643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Mother’s Mother</a:t>
          </a:r>
        </a:p>
      </dsp:txBody>
      <dsp:txXfrm>
        <a:off x="4922639" y="2710675"/>
        <a:ext cx="1355135" cy="433643"/>
      </dsp:txXfrm>
    </dsp:sp>
    <dsp:sp modelId="{92622384-50F6-4738-9B98-CE96F6D6B14A}">
      <dsp:nvSpPr>
        <dsp:cNvPr id="0" name=""/>
        <dsp:cNvSpPr/>
      </dsp:nvSpPr>
      <dsp:spPr>
        <a:xfrm>
          <a:off x="6142262" y="3550859"/>
          <a:ext cx="677567" cy="677567"/>
        </a:xfrm>
        <a:prstGeom prst="arc">
          <a:avLst>
            <a:gd name="adj1" fmla="val 13200000"/>
            <a:gd name="adj2" fmla="val 192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AC22E1-F2CF-4F43-BA96-5FB357026784}">
      <dsp:nvSpPr>
        <dsp:cNvPr id="0" name=""/>
        <dsp:cNvSpPr/>
      </dsp:nvSpPr>
      <dsp:spPr>
        <a:xfrm>
          <a:off x="6142262" y="3550859"/>
          <a:ext cx="677567" cy="677567"/>
        </a:xfrm>
        <a:prstGeom prst="arc">
          <a:avLst>
            <a:gd name="adj1" fmla="val 2400000"/>
            <a:gd name="adj2" fmla="val 84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0907CB-AC12-4D5B-B2B9-07F993C45885}">
      <dsp:nvSpPr>
        <dsp:cNvPr id="0" name=""/>
        <dsp:cNvSpPr/>
      </dsp:nvSpPr>
      <dsp:spPr>
        <a:xfrm>
          <a:off x="5803478" y="3672822"/>
          <a:ext cx="1355135" cy="433643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Mother’s Maternal Grandfather</a:t>
          </a:r>
        </a:p>
      </dsp:txBody>
      <dsp:txXfrm>
        <a:off x="5803478" y="3672822"/>
        <a:ext cx="1355135" cy="433643"/>
      </dsp:txXfrm>
    </dsp:sp>
    <dsp:sp modelId="{F2E35161-0DD7-4492-8F7A-B77A1B8E6A16}">
      <dsp:nvSpPr>
        <dsp:cNvPr id="0" name=""/>
        <dsp:cNvSpPr/>
      </dsp:nvSpPr>
      <dsp:spPr>
        <a:xfrm>
          <a:off x="6142262" y="4513006"/>
          <a:ext cx="677567" cy="677567"/>
        </a:xfrm>
        <a:prstGeom prst="arc">
          <a:avLst>
            <a:gd name="adj1" fmla="val 13200000"/>
            <a:gd name="adj2" fmla="val 192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F6DB6F-A9F4-4760-B06F-E7B0F17E0202}">
      <dsp:nvSpPr>
        <dsp:cNvPr id="0" name=""/>
        <dsp:cNvSpPr/>
      </dsp:nvSpPr>
      <dsp:spPr>
        <a:xfrm>
          <a:off x="6142262" y="4513006"/>
          <a:ext cx="677567" cy="677567"/>
        </a:xfrm>
        <a:prstGeom prst="arc">
          <a:avLst>
            <a:gd name="adj1" fmla="val 2400000"/>
            <a:gd name="adj2" fmla="val 840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F28DC1-F227-4BF5-8F8A-DAC93A175962}">
      <dsp:nvSpPr>
        <dsp:cNvPr id="0" name=""/>
        <dsp:cNvSpPr/>
      </dsp:nvSpPr>
      <dsp:spPr>
        <a:xfrm>
          <a:off x="5803478" y="4634968"/>
          <a:ext cx="1355135" cy="433643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Mother’s Maternal Grandmother</a:t>
          </a:r>
        </a:p>
      </dsp:txBody>
      <dsp:txXfrm>
        <a:off x="5803478" y="4634968"/>
        <a:ext cx="1355135" cy="4336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485714-A7B0-41F7-B36E-840B98C8B03F}">
      <dsp:nvSpPr>
        <dsp:cNvPr id="0" name=""/>
        <dsp:cNvSpPr/>
      </dsp:nvSpPr>
      <dsp:spPr>
        <a:xfrm>
          <a:off x="8355139" y="1366650"/>
          <a:ext cx="2047383" cy="2368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443"/>
              </a:lnTo>
              <a:lnTo>
                <a:pt x="2047383" y="118443"/>
              </a:lnTo>
              <a:lnTo>
                <a:pt x="2047383" y="236887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EFBF3C-A68E-4BFD-B6C9-587DD54AA47C}">
      <dsp:nvSpPr>
        <dsp:cNvPr id="0" name=""/>
        <dsp:cNvSpPr/>
      </dsp:nvSpPr>
      <dsp:spPr>
        <a:xfrm>
          <a:off x="8355139" y="1366650"/>
          <a:ext cx="682461" cy="2368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443"/>
              </a:lnTo>
              <a:lnTo>
                <a:pt x="682461" y="118443"/>
              </a:lnTo>
              <a:lnTo>
                <a:pt x="682461" y="236887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6F484F-020A-45A8-AFE2-19A7182C3BCA}">
      <dsp:nvSpPr>
        <dsp:cNvPr id="0" name=""/>
        <dsp:cNvSpPr/>
      </dsp:nvSpPr>
      <dsp:spPr>
        <a:xfrm>
          <a:off x="7672678" y="1366650"/>
          <a:ext cx="682461" cy="236887"/>
        </a:xfrm>
        <a:custGeom>
          <a:avLst/>
          <a:gdLst/>
          <a:ahLst/>
          <a:cxnLst/>
          <a:rect l="0" t="0" r="0" b="0"/>
          <a:pathLst>
            <a:path>
              <a:moveTo>
                <a:pt x="682461" y="0"/>
              </a:moveTo>
              <a:lnTo>
                <a:pt x="682461" y="118443"/>
              </a:lnTo>
              <a:lnTo>
                <a:pt x="0" y="118443"/>
              </a:lnTo>
              <a:lnTo>
                <a:pt x="0" y="236887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4C61A2-9EC0-4639-B105-FD0F14D4A30E}">
      <dsp:nvSpPr>
        <dsp:cNvPr id="0" name=""/>
        <dsp:cNvSpPr/>
      </dsp:nvSpPr>
      <dsp:spPr>
        <a:xfrm>
          <a:off x="5856542" y="2167555"/>
          <a:ext cx="169205" cy="21207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20705"/>
              </a:lnTo>
              <a:lnTo>
                <a:pt x="169205" y="2120705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41A695-8300-4EFB-B307-3772E8CF4C2E}">
      <dsp:nvSpPr>
        <dsp:cNvPr id="0" name=""/>
        <dsp:cNvSpPr/>
      </dsp:nvSpPr>
      <dsp:spPr>
        <a:xfrm>
          <a:off x="5856542" y="2167555"/>
          <a:ext cx="169205" cy="13198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9800"/>
              </a:lnTo>
              <a:lnTo>
                <a:pt x="169205" y="1319800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94DE91-9E75-4D91-BE92-D9F99F6CFA63}">
      <dsp:nvSpPr>
        <dsp:cNvPr id="0" name=""/>
        <dsp:cNvSpPr/>
      </dsp:nvSpPr>
      <dsp:spPr>
        <a:xfrm>
          <a:off x="5856542" y="2167555"/>
          <a:ext cx="169205" cy="5188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8896"/>
              </a:lnTo>
              <a:lnTo>
                <a:pt x="169205" y="518896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B351AF-903E-4C38-9502-A112476FF58F}">
      <dsp:nvSpPr>
        <dsp:cNvPr id="0" name=""/>
        <dsp:cNvSpPr/>
      </dsp:nvSpPr>
      <dsp:spPr>
        <a:xfrm>
          <a:off x="6307756" y="1366650"/>
          <a:ext cx="2047383" cy="236887"/>
        </a:xfrm>
        <a:custGeom>
          <a:avLst/>
          <a:gdLst/>
          <a:ahLst/>
          <a:cxnLst/>
          <a:rect l="0" t="0" r="0" b="0"/>
          <a:pathLst>
            <a:path>
              <a:moveTo>
                <a:pt x="2047383" y="0"/>
              </a:moveTo>
              <a:lnTo>
                <a:pt x="2047383" y="118443"/>
              </a:lnTo>
              <a:lnTo>
                <a:pt x="0" y="118443"/>
              </a:lnTo>
              <a:lnTo>
                <a:pt x="0" y="236887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C4B261-6F8E-4104-AB0E-692EDE24B707}">
      <dsp:nvSpPr>
        <dsp:cNvPr id="0" name=""/>
        <dsp:cNvSpPr/>
      </dsp:nvSpPr>
      <dsp:spPr>
        <a:xfrm>
          <a:off x="5284064" y="565745"/>
          <a:ext cx="3071075" cy="2368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443"/>
              </a:lnTo>
              <a:lnTo>
                <a:pt x="3071075" y="118443"/>
              </a:lnTo>
              <a:lnTo>
                <a:pt x="3071075" y="236887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5FF028-7449-4C56-9A2A-11B7B83BE57E}">
      <dsp:nvSpPr>
        <dsp:cNvPr id="0" name=""/>
        <dsp:cNvSpPr/>
      </dsp:nvSpPr>
      <dsp:spPr>
        <a:xfrm>
          <a:off x="4491619" y="2167555"/>
          <a:ext cx="169205" cy="21207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20705"/>
              </a:lnTo>
              <a:lnTo>
                <a:pt x="169205" y="2120705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7E6E06-12D0-4375-A68B-5C82855A2F03}">
      <dsp:nvSpPr>
        <dsp:cNvPr id="0" name=""/>
        <dsp:cNvSpPr/>
      </dsp:nvSpPr>
      <dsp:spPr>
        <a:xfrm>
          <a:off x="4491619" y="2167555"/>
          <a:ext cx="169205" cy="13198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9800"/>
              </a:lnTo>
              <a:lnTo>
                <a:pt x="169205" y="1319800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475C18-35DE-4855-8E5E-8A0D7075E45F}">
      <dsp:nvSpPr>
        <dsp:cNvPr id="0" name=""/>
        <dsp:cNvSpPr/>
      </dsp:nvSpPr>
      <dsp:spPr>
        <a:xfrm>
          <a:off x="4491619" y="2167555"/>
          <a:ext cx="169205" cy="5188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8896"/>
              </a:lnTo>
              <a:lnTo>
                <a:pt x="169205" y="518896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EF993D-8B66-4A58-8810-0A7ABB406706}">
      <dsp:nvSpPr>
        <dsp:cNvPr id="0" name=""/>
        <dsp:cNvSpPr/>
      </dsp:nvSpPr>
      <dsp:spPr>
        <a:xfrm>
          <a:off x="4260372" y="1366650"/>
          <a:ext cx="682461" cy="2368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443"/>
              </a:lnTo>
              <a:lnTo>
                <a:pt x="682461" y="118443"/>
              </a:lnTo>
              <a:lnTo>
                <a:pt x="682461" y="236887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C44658-F0BD-4E18-9160-E2DF1684AFB7}">
      <dsp:nvSpPr>
        <dsp:cNvPr id="0" name=""/>
        <dsp:cNvSpPr/>
      </dsp:nvSpPr>
      <dsp:spPr>
        <a:xfrm>
          <a:off x="3126697" y="2167555"/>
          <a:ext cx="169205" cy="13198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9800"/>
              </a:lnTo>
              <a:lnTo>
                <a:pt x="169205" y="1319800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18480A-A77A-4D6A-937B-374324BEA192}">
      <dsp:nvSpPr>
        <dsp:cNvPr id="0" name=""/>
        <dsp:cNvSpPr/>
      </dsp:nvSpPr>
      <dsp:spPr>
        <a:xfrm>
          <a:off x="3126697" y="2167555"/>
          <a:ext cx="169205" cy="5188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8896"/>
              </a:lnTo>
              <a:lnTo>
                <a:pt x="169205" y="518896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41CD3D-4BC3-4616-B4D8-B09A17161B3A}">
      <dsp:nvSpPr>
        <dsp:cNvPr id="0" name=""/>
        <dsp:cNvSpPr/>
      </dsp:nvSpPr>
      <dsp:spPr>
        <a:xfrm>
          <a:off x="3577911" y="1366650"/>
          <a:ext cx="682461" cy="236887"/>
        </a:xfrm>
        <a:custGeom>
          <a:avLst/>
          <a:gdLst/>
          <a:ahLst/>
          <a:cxnLst/>
          <a:rect l="0" t="0" r="0" b="0"/>
          <a:pathLst>
            <a:path>
              <a:moveTo>
                <a:pt x="682461" y="0"/>
              </a:moveTo>
              <a:lnTo>
                <a:pt x="682461" y="118443"/>
              </a:lnTo>
              <a:lnTo>
                <a:pt x="0" y="118443"/>
              </a:lnTo>
              <a:lnTo>
                <a:pt x="0" y="236887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201C12-B927-41B3-A22F-36BA32A11FCF}">
      <dsp:nvSpPr>
        <dsp:cNvPr id="0" name=""/>
        <dsp:cNvSpPr/>
      </dsp:nvSpPr>
      <dsp:spPr>
        <a:xfrm>
          <a:off x="4260372" y="565745"/>
          <a:ext cx="1023691" cy="236887"/>
        </a:xfrm>
        <a:custGeom>
          <a:avLst/>
          <a:gdLst/>
          <a:ahLst/>
          <a:cxnLst/>
          <a:rect l="0" t="0" r="0" b="0"/>
          <a:pathLst>
            <a:path>
              <a:moveTo>
                <a:pt x="1023691" y="0"/>
              </a:moveTo>
              <a:lnTo>
                <a:pt x="1023691" y="118443"/>
              </a:lnTo>
              <a:lnTo>
                <a:pt x="0" y="118443"/>
              </a:lnTo>
              <a:lnTo>
                <a:pt x="0" y="236887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1054F9-174F-4D23-8637-341D02BEF5A6}">
      <dsp:nvSpPr>
        <dsp:cNvPr id="0" name=""/>
        <dsp:cNvSpPr/>
      </dsp:nvSpPr>
      <dsp:spPr>
        <a:xfrm>
          <a:off x="1761775" y="2167555"/>
          <a:ext cx="169205" cy="21207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20705"/>
              </a:lnTo>
              <a:lnTo>
                <a:pt x="169205" y="2120705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3AFF53-ACB7-4637-8442-3D7AAEF34C79}">
      <dsp:nvSpPr>
        <dsp:cNvPr id="0" name=""/>
        <dsp:cNvSpPr/>
      </dsp:nvSpPr>
      <dsp:spPr>
        <a:xfrm>
          <a:off x="1761775" y="2167555"/>
          <a:ext cx="169205" cy="13198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19800"/>
              </a:lnTo>
              <a:lnTo>
                <a:pt x="169205" y="1319800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4CEA47-053A-4EE7-A43F-56B9CE3EAB29}">
      <dsp:nvSpPr>
        <dsp:cNvPr id="0" name=""/>
        <dsp:cNvSpPr/>
      </dsp:nvSpPr>
      <dsp:spPr>
        <a:xfrm>
          <a:off x="1761775" y="2167555"/>
          <a:ext cx="169205" cy="5188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8896"/>
              </a:lnTo>
              <a:lnTo>
                <a:pt x="169205" y="518896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BFFAF9-CD7F-45B9-A5A5-E5A2A0CC0DA0}">
      <dsp:nvSpPr>
        <dsp:cNvPr id="0" name=""/>
        <dsp:cNvSpPr/>
      </dsp:nvSpPr>
      <dsp:spPr>
        <a:xfrm>
          <a:off x="2167269" y="1366650"/>
          <a:ext cx="91440" cy="23688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36887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A6CD22-DEA4-4281-88A6-F7F49407A08F}">
      <dsp:nvSpPr>
        <dsp:cNvPr id="0" name=""/>
        <dsp:cNvSpPr/>
      </dsp:nvSpPr>
      <dsp:spPr>
        <a:xfrm>
          <a:off x="2212989" y="565745"/>
          <a:ext cx="3071075" cy="236887"/>
        </a:xfrm>
        <a:custGeom>
          <a:avLst/>
          <a:gdLst/>
          <a:ahLst/>
          <a:cxnLst/>
          <a:rect l="0" t="0" r="0" b="0"/>
          <a:pathLst>
            <a:path>
              <a:moveTo>
                <a:pt x="3071075" y="0"/>
              </a:moveTo>
              <a:lnTo>
                <a:pt x="3071075" y="118443"/>
              </a:lnTo>
              <a:lnTo>
                <a:pt x="0" y="118443"/>
              </a:lnTo>
              <a:lnTo>
                <a:pt x="0" y="236887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C14D76-6742-4124-BE7A-E0EA17651035}">
      <dsp:nvSpPr>
        <dsp:cNvPr id="0" name=""/>
        <dsp:cNvSpPr/>
      </dsp:nvSpPr>
      <dsp:spPr>
        <a:xfrm>
          <a:off x="4720046" y="1728"/>
          <a:ext cx="1128034" cy="5640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Yu Gothic" panose="020B0400000000000000" pitchFamily="34" charset="-128"/>
              <a:ea typeface="Yu Gothic" panose="020B0400000000000000" pitchFamily="34" charset="-128"/>
            </a:rPr>
            <a:t>CISO</a:t>
          </a:r>
        </a:p>
      </dsp:txBody>
      <dsp:txXfrm>
        <a:off x="4720046" y="1728"/>
        <a:ext cx="1128034" cy="564017"/>
      </dsp:txXfrm>
    </dsp:sp>
    <dsp:sp modelId="{34D6F5C0-666D-47B1-A327-2BB53F029F0C}">
      <dsp:nvSpPr>
        <dsp:cNvPr id="0" name=""/>
        <dsp:cNvSpPr/>
      </dsp:nvSpPr>
      <dsp:spPr>
        <a:xfrm>
          <a:off x="1648971" y="802633"/>
          <a:ext cx="1128034" cy="5640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Yu Gothic" panose="020B0400000000000000" pitchFamily="34" charset="-128"/>
              <a:ea typeface="Yu Gothic" panose="020B0400000000000000" pitchFamily="34" charset="-128"/>
            </a:rPr>
            <a:t>Director</a:t>
          </a:r>
        </a:p>
      </dsp:txBody>
      <dsp:txXfrm>
        <a:off x="1648971" y="802633"/>
        <a:ext cx="1128034" cy="564017"/>
      </dsp:txXfrm>
    </dsp:sp>
    <dsp:sp modelId="{B0E82138-2523-40D4-B852-EE2D173850D4}">
      <dsp:nvSpPr>
        <dsp:cNvPr id="0" name=""/>
        <dsp:cNvSpPr/>
      </dsp:nvSpPr>
      <dsp:spPr>
        <a:xfrm>
          <a:off x="1648971" y="1603537"/>
          <a:ext cx="1128034" cy="5640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Yu Gothic" panose="020B0400000000000000" pitchFamily="34" charset="-128"/>
              <a:ea typeface="Yu Gothic" panose="020B0400000000000000" pitchFamily="34" charset="-128"/>
            </a:rPr>
            <a:t>Red Team Manager</a:t>
          </a:r>
        </a:p>
      </dsp:txBody>
      <dsp:txXfrm>
        <a:off x="1648971" y="1603537"/>
        <a:ext cx="1128034" cy="564017"/>
      </dsp:txXfrm>
    </dsp:sp>
    <dsp:sp modelId="{BE68B01C-A925-4816-9E55-A70DA214B70D}">
      <dsp:nvSpPr>
        <dsp:cNvPr id="0" name=""/>
        <dsp:cNvSpPr/>
      </dsp:nvSpPr>
      <dsp:spPr>
        <a:xfrm>
          <a:off x="1930980" y="2404442"/>
          <a:ext cx="1128034" cy="5640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Yu Gothic" panose="020B0400000000000000" pitchFamily="34" charset="-128"/>
              <a:ea typeface="Yu Gothic" panose="020B0400000000000000" pitchFamily="34" charset="-128"/>
            </a:rPr>
            <a:t>Pentest L1</a:t>
          </a:r>
        </a:p>
      </dsp:txBody>
      <dsp:txXfrm>
        <a:off x="1930980" y="2404442"/>
        <a:ext cx="1128034" cy="564017"/>
      </dsp:txXfrm>
    </dsp:sp>
    <dsp:sp modelId="{24B2FC4D-5281-4427-A3B1-BE96F2144E1D}">
      <dsp:nvSpPr>
        <dsp:cNvPr id="0" name=""/>
        <dsp:cNvSpPr/>
      </dsp:nvSpPr>
      <dsp:spPr>
        <a:xfrm>
          <a:off x="1930980" y="3205347"/>
          <a:ext cx="1128034" cy="5640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Yu Gothic" panose="020B0400000000000000" pitchFamily="34" charset="-128"/>
              <a:ea typeface="Yu Gothic" panose="020B0400000000000000" pitchFamily="34" charset="-128"/>
            </a:rPr>
            <a:t>PenTest L2</a:t>
          </a:r>
        </a:p>
      </dsp:txBody>
      <dsp:txXfrm>
        <a:off x="1930980" y="3205347"/>
        <a:ext cx="1128034" cy="564017"/>
      </dsp:txXfrm>
    </dsp:sp>
    <dsp:sp modelId="{11BD1BCE-F949-4B31-9100-C7DA49145774}">
      <dsp:nvSpPr>
        <dsp:cNvPr id="0" name=""/>
        <dsp:cNvSpPr/>
      </dsp:nvSpPr>
      <dsp:spPr>
        <a:xfrm>
          <a:off x="1930980" y="4006252"/>
          <a:ext cx="1128034" cy="5640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latin typeface="Yu Gothic" panose="020B0400000000000000" pitchFamily="34" charset="-128"/>
              <a:ea typeface="Yu Gothic" panose="020B0400000000000000" pitchFamily="34" charset="-128"/>
            </a:rPr>
            <a:t>PenTest L3</a:t>
          </a:r>
          <a:endParaRPr lang="en-US" sz="1000" b="1" kern="1200" dirty="0">
            <a:latin typeface="Yu Gothic" panose="020B0400000000000000" pitchFamily="34" charset="-128"/>
            <a:ea typeface="Yu Gothic" panose="020B0400000000000000" pitchFamily="34" charset="-128"/>
          </a:endParaRPr>
        </a:p>
      </dsp:txBody>
      <dsp:txXfrm>
        <a:off x="1930980" y="4006252"/>
        <a:ext cx="1128034" cy="564017"/>
      </dsp:txXfrm>
    </dsp:sp>
    <dsp:sp modelId="{3029304A-3FFB-4A7C-8379-910C47AA9047}">
      <dsp:nvSpPr>
        <dsp:cNvPr id="0" name=""/>
        <dsp:cNvSpPr/>
      </dsp:nvSpPr>
      <dsp:spPr>
        <a:xfrm>
          <a:off x="3696355" y="802633"/>
          <a:ext cx="1128034" cy="5640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Yu Gothic" panose="020B0400000000000000" pitchFamily="34" charset="-128"/>
              <a:ea typeface="Yu Gothic" panose="020B0400000000000000" pitchFamily="34" charset="-128"/>
            </a:rPr>
            <a:t>SVP</a:t>
          </a:r>
        </a:p>
      </dsp:txBody>
      <dsp:txXfrm>
        <a:off x="3696355" y="802633"/>
        <a:ext cx="1128034" cy="564017"/>
      </dsp:txXfrm>
    </dsp:sp>
    <dsp:sp modelId="{4BBBCFE0-3649-48A6-9428-A6E66668788F}">
      <dsp:nvSpPr>
        <dsp:cNvPr id="0" name=""/>
        <dsp:cNvSpPr/>
      </dsp:nvSpPr>
      <dsp:spPr>
        <a:xfrm>
          <a:off x="3013893" y="1603537"/>
          <a:ext cx="1128034" cy="5640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Yu Gothic" panose="020B0400000000000000" pitchFamily="34" charset="-128"/>
              <a:ea typeface="Yu Gothic" panose="020B0400000000000000" pitchFamily="34" charset="-128"/>
            </a:rPr>
            <a:t>Security Architecture</a:t>
          </a:r>
        </a:p>
      </dsp:txBody>
      <dsp:txXfrm>
        <a:off x="3013893" y="1603537"/>
        <a:ext cx="1128034" cy="564017"/>
      </dsp:txXfrm>
    </dsp:sp>
    <dsp:sp modelId="{DE837683-8184-483D-9C62-D75F06D2D3B0}">
      <dsp:nvSpPr>
        <dsp:cNvPr id="0" name=""/>
        <dsp:cNvSpPr/>
      </dsp:nvSpPr>
      <dsp:spPr>
        <a:xfrm>
          <a:off x="3295902" y="2404442"/>
          <a:ext cx="1128034" cy="5640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Yu Gothic" panose="020B0400000000000000" pitchFamily="34" charset="-128"/>
              <a:ea typeface="Yu Gothic" panose="020B0400000000000000" pitchFamily="34" charset="-128"/>
            </a:rPr>
            <a:t>Enterprise Architect</a:t>
          </a:r>
        </a:p>
      </dsp:txBody>
      <dsp:txXfrm>
        <a:off x="3295902" y="2404442"/>
        <a:ext cx="1128034" cy="564017"/>
      </dsp:txXfrm>
    </dsp:sp>
    <dsp:sp modelId="{BD32077D-8E0E-49F7-9919-0A7573D0563B}">
      <dsp:nvSpPr>
        <dsp:cNvPr id="0" name=""/>
        <dsp:cNvSpPr/>
      </dsp:nvSpPr>
      <dsp:spPr>
        <a:xfrm>
          <a:off x="3295902" y="3205347"/>
          <a:ext cx="1128034" cy="5640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Yu Gothic" panose="020B0400000000000000" pitchFamily="34" charset="-128"/>
              <a:ea typeface="Yu Gothic" panose="020B0400000000000000" pitchFamily="34" charset="-128"/>
            </a:rPr>
            <a:t>Cloud Architect</a:t>
          </a:r>
          <a:endParaRPr lang="en-IN" sz="1000" kern="1200">
            <a:latin typeface="Yu Gothic" panose="020B0400000000000000" pitchFamily="34" charset="-128"/>
            <a:ea typeface="Yu Gothic" panose="020B0400000000000000" pitchFamily="34" charset="-128"/>
          </a:endParaRPr>
        </a:p>
      </dsp:txBody>
      <dsp:txXfrm>
        <a:off x="3295902" y="3205347"/>
        <a:ext cx="1128034" cy="564017"/>
      </dsp:txXfrm>
    </dsp:sp>
    <dsp:sp modelId="{65D7C919-1C1B-47C5-84BE-3E35EA6F1D31}">
      <dsp:nvSpPr>
        <dsp:cNvPr id="0" name=""/>
        <dsp:cNvSpPr/>
      </dsp:nvSpPr>
      <dsp:spPr>
        <a:xfrm>
          <a:off x="4378816" y="1603537"/>
          <a:ext cx="1128034" cy="5640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latin typeface="Yu Gothic" panose="020B0400000000000000" pitchFamily="34" charset="-128"/>
              <a:ea typeface="Yu Gothic" panose="020B0400000000000000" pitchFamily="34" charset="-128"/>
            </a:rPr>
            <a:t>Threat Intelligence Manager</a:t>
          </a:r>
          <a:endParaRPr lang="en-US" sz="1000" b="1" kern="1200" dirty="0">
            <a:latin typeface="Yu Gothic" panose="020B0400000000000000" pitchFamily="34" charset="-128"/>
            <a:ea typeface="Yu Gothic" panose="020B0400000000000000" pitchFamily="34" charset="-128"/>
          </a:endParaRPr>
        </a:p>
      </dsp:txBody>
      <dsp:txXfrm>
        <a:off x="4378816" y="1603537"/>
        <a:ext cx="1128034" cy="564017"/>
      </dsp:txXfrm>
    </dsp:sp>
    <dsp:sp modelId="{E86C25E4-6A91-4DD5-9735-30478895D3C8}">
      <dsp:nvSpPr>
        <dsp:cNvPr id="0" name=""/>
        <dsp:cNvSpPr/>
      </dsp:nvSpPr>
      <dsp:spPr>
        <a:xfrm>
          <a:off x="4660824" y="2404442"/>
          <a:ext cx="1128034" cy="5640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Yu Gothic" panose="020B0400000000000000" pitchFamily="34" charset="-128"/>
              <a:ea typeface="Yu Gothic" panose="020B0400000000000000" pitchFamily="34" charset="-128"/>
            </a:rPr>
            <a:t>Sources</a:t>
          </a:r>
        </a:p>
      </dsp:txBody>
      <dsp:txXfrm>
        <a:off x="4660824" y="2404442"/>
        <a:ext cx="1128034" cy="564017"/>
      </dsp:txXfrm>
    </dsp:sp>
    <dsp:sp modelId="{76F7C283-D6E4-4332-A475-5519776C86ED}">
      <dsp:nvSpPr>
        <dsp:cNvPr id="0" name=""/>
        <dsp:cNvSpPr/>
      </dsp:nvSpPr>
      <dsp:spPr>
        <a:xfrm>
          <a:off x="4660824" y="3205347"/>
          <a:ext cx="1128034" cy="5640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latin typeface="Yu Gothic" panose="020B0400000000000000" pitchFamily="34" charset="-128"/>
              <a:ea typeface="Yu Gothic" panose="020B0400000000000000" pitchFamily="34" charset="-128"/>
            </a:rPr>
            <a:t>Analysis</a:t>
          </a:r>
          <a:endParaRPr lang="en-US" sz="1000" b="1" kern="1200" dirty="0">
            <a:latin typeface="Yu Gothic" panose="020B0400000000000000" pitchFamily="34" charset="-128"/>
            <a:ea typeface="Yu Gothic" panose="020B0400000000000000" pitchFamily="34" charset="-128"/>
          </a:endParaRPr>
        </a:p>
      </dsp:txBody>
      <dsp:txXfrm>
        <a:off x="4660824" y="3205347"/>
        <a:ext cx="1128034" cy="564017"/>
      </dsp:txXfrm>
    </dsp:sp>
    <dsp:sp modelId="{F88A0E83-A5EF-4BD1-9FA2-4ADBD715953F}">
      <dsp:nvSpPr>
        <dsp:cNvPr id="0" name=""/>
        <dsp:cNvSpPr/>
      </dsp:nvSpPr>
      <dsp:spPr>
        <a:xfrm>
          <a:off x="4660824" y="4006252"/>
          <a:ext cx="1128034" cy="5640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Yu Gothic" panose="020B0400000000000000" pitchFamily="34" charset="-128"/>
              <a:ea typeface="Yu Gothic" panose="020B0400000000000000" pitchFamily="34" charset="-128"/>
            </a:rPr>
            <a:t>Reporting</a:t>
          </a:r>
        </a:p>
      </dsp:txBody>
      <dsp:txXfrm>
        <a:off x="4660824" y="4006252"/>
        <a:ext cx="1128034" cy="564017"/>
      </dsp:txXfrm>
    </dsp:sp>
    <dsp:sp modelId="{B782B5CC-5C61-4468-BE2B-006779DD5748}">
      <dsp:nvSpPr>
        <dsp:cNvPr id="0" name=""/>
        <dsp:cNvSpPr/>
      </dsp:nvSpPr>
      <dsp:spPr>
        <a:xfrm>
          <a:off x="7791121" y="802633"/>
          <a:ext cx="1128034" cy="5640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Yu Gothic" panose="020B0400000000000000" pitchFamily="34" charset="-128"/>
              <a:ea typeface="Yu Gothic" panose="020B0400000000000000" pitchFamily="34" charset="-128"/>
            </a:rPr>
            <a:t>VP</a:t>
          </a:r>
        </a:p>
      </dsp:txBody>
      <dsp:txXfrm>
        <a:off x="7791121" y="802633"/>
        <a:ext cx="1128034" cy="564017"/>
      </dsp:txXfrm>
    </dsp:sp>
    <dsp:sp modelId="{D9BC2F7F-2660-4174-AFD7-8C754034AE8E}">
      <dsp:nvSpPr>
        <dsp:cNvPr id="0" name=""/>
        <dsp:cNvSpPr/>
      </dsp:nvSpPr>
      <dsp:spPr>
        <a:xfrm>
          <a:off x="5743738" y="1603537"/>
          <a:ext cx="1128034" cy="5640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000" b="1" kern="1200" dirty="0">
              <a:latin typeface="Yu Gothic" panose="020B0400000000000000" pitchFamily="34" charset="-128"/>
              <a:ea typeface="Yu Gothic" panose="020B0400000000000000" pitchFamily="34" charset="-128"/>
            </a:rPr>
            <a:t>SOC</a:t>
          </a:r>
        </a:p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000" b="1" kern="1200" dirty="0">
              <a:latin typeface="Yu Gothic" panose="020B0400000000000000" pitchFamily="34" charset="-128"/>
              <a:ea typeface="Yu Gothic" panose="020B0400000000000000" pitchFamily="34" charset="-128"/>
            </a:rPr>
            <a:t>Manager</a:t>
          </a:r>
        </a:p>
      </dsp:txBody>
      <dsp:txXfrm>
        <a:off x="5743738" y="1603537"/>
        <a:ext cx="1128034" cy="564017"/>
      </dsp:txXfrm>
    </dsp:sp>
    <dsp:sp modelId="{A7648C1D-732F-4010-9A27-E27A96854C2C}">
      <dsp:nvSpPr>
        <dsp:cNvPr id="0" name=""/>
        <dsp:cNvSpPr/>
      </dsp:nvSpPr>
      <dsp:spPr>
        <a:xfrm>
          <a:off x="6025747" y="2404442"/>
          <a:ext cx="1128034" cy="5640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Yu Gothic" panose="020B0400000000000000" pitchFamily="34" charset="-128"/>
              <a:ea typeface="Yu Gothic" panose="020B0400000000000000" pitchFamily="34" charset="-128"/>
            </a:rPr>
            <a:t>SOC L1</a:t>
          </a:r>
        </a:p>
      </dsp:txBody>
      <dsp:txXfrm>
        <a:off x="6025747" y="2404442"/>
        <a:ext cx="1128034" cy="564017"/>
      </dsp:txXfrm>
    </dsp:sp>
    <dsp:sp modelId="{F1EDF8CD-8A63-499A-84FA-435C48B704EB}">
      <dsp:nvSpPr>
        <dsp:cNvPr id="0" name=""/>
        <dsp:cNvSpPr/>
      </dsp:nvSpPr>
      <dsp:spPr>
        <a:xfrm>
          <a:off x="6025747" y="3205347"/>
          <a:ext cx="1128034" cy="5640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latin typeface="Yu Gothic" panose="020B0400000000000000" pitchFamily="34" charset="-128"/>
              <a:ea typeface="Yu Gothic" panose="020B0400000000000000" pitchFamily="34" charset="-128"/>
            </a:rPr>
            <a:t>SOC L2</a:t>
          </a:r>
          <a:endParaRPr lang="en-US" sz="1000" b="1" kern="1200" dirty="0">
            <a:latin typeface="Yu Gothic" panose="020B0400000000000000" pitchFamily="34" charset="-128"/>
            <a:ea typeface="Yu Gothic" panose="020B0400000000000000" pitchFamily="34" charset="-128"/>
          </a:endParaRPr>
        </a:p>
      </dsp:txBody>
      <dsp:txXfrm>
        <a:off x="6025747" y="3205347"/>
        <a:ext cx="1128034" cy="564017"/>
      </dsp:txXfrm>
    </dsp:sp>
    <dsp:sp modelId="{14D32ACD-86BD-4526-8A01-294E3EF22BD4}">
      <dsp:nvSpPr>
        <dsp:cNvPr id="0" name=""/>
        <dsp:cNvSpPr/>
      </dsp:nvSpPr>
      <dsp:spPr>
        <a:xfrm>
          <a:off x="6025747" y="4006252"/>
          <a:ext cx="1128034" cy="5640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Yu Gothic" panose="020B0400000000000000" pitchFamily="34" charset="-128"/>
              <a:ea typeface="Yu Gothic" panose="020B0400000000000000" pitchFamily="34" charset="-128"/>
            </a:rPr>
            <a:t>SOC L3</a:t>
          </a:r>
        </a:p>
      </dsp:txBody>
      <dsp:txXfrm>
        <a:off x="6025747" y="4006252"/>
        <a:ext cx="1128034" cy="564017"/>
      </dsp:txXfrm>
    </dsp:sp>
    <dsp:sp modelId="{5CD8F879-4FA9-42FC-A495-7248A2266880}">
      <dsp:nvSpPr>
        <dsp:cNvPr id="0" name=""/>
        <dsp:cNvSpPr/>
      </dsp:nvSpPr>
      <dsp:spPr>
        <a:xfrm>
          <a:off x="7108660" y="1603537"/>
          <a:ext cx="1128034" cy="5640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Yu Gothic" panose="020B0400000000000000" pitchFamily="34" charset="-128"/>
              <a:ea typeface="Yu Gothic" panose="020B0400000000000000" pitchFamily="34" charset="-128"/>
            </a:rPr>
            <a:t>Program Management</a:t>
          </a:r>
        </a:p>
      </dsp:txBody>
      <dsp:txXfrm>
        <a:off x="7108660" y="1603537"/>
        <a:ext cx="1128034" cy="564017"/>
      </dsp:txXfrm>
    </dsp:sp>
    <dsp:sp modelId="{E4D7B2F4-4867-491F-97DC-16D1DD4E9A03}">
      <dsp:nvSpPr>
        <dsp:cNvPr id="0" name=""/>
        <dsp:cNvSpPr/>
      </dsp:nvSpPr>
      <dsp:spPr>
        <a:xfrm>
          <a:off x="8473583" y="1603537"/>
          <a:ext cx="1128034" cy="5640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latin typeface="Yu Gothic" panose="020B0400000000000000" pitchFamily="34" charset="-128"/>
              <a:ea typeface="Yu Gothic" panose="020B0400000000000000" pitchFamily="34" charset="-128"/>
            </a:rPr>
            <a:t>Vulnerability Management</a:t>
          </a:r>
          <a:endParaRPr lang="en-US" sz="1000" b="1" kern="1200" dirty="0">
            <a:latin typeface="Yu Gothic" panose="020B0400000000000000" pitchFamily="34" charset="-128"/>
            <a:ea typeface="Yu Gothic" panose="020B0400000000000000" pitchFamily="34" charset="-128"/>
          </a:endParaRPr>
        </a:p>
      </dsp:txBody>
      <dsp:txXfrm>
        <a:off x="8473583" y="1603537"/>
        <a:ext cx="1128034" cy="564017"/>
      </dsp:txXfrm>
    </dsp:sp>
    <dsp:sp modelId="{6F86977C-989C-481E-9085-E2F9D7CD1239}">
      <dsp:nvSpPr>
        <dsp:cNvPr id="0" name=""/>
        <dsp:cNvSpPr/>
      </dsp:nvSpPr>
      <dsp:spPr>
        <a:xfrm>
          <a:off x="9838505" y="1603537"/>
          <a:ext cx="1128034" cy="56401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>
              <a:latin typeface="Yu Gothic" panose="020B0400000000000000" pitchFamily="34" charset="-128"/>
              <a:ea typeface="Yu Gothic" panose="020B0400000000000000" pitchFamily="34" charset="-128"/>
            </a:rPr>
            <a:t>Malware Analysis</a:t>
          </a:r>
          <a:endParaRPr lang="en-US" sz="1000" b="1" kern="1200" dirty="0">
            <a:latin typeface="Yu Gothic" panose="020B0400000000000000" pitchFamily="34" charset="-128"/>
            <a:ea typeface="Yu Gothic" panose="020B0400000000000000" pitchFamily="34" charset="-128"/>
          </a:endParaRPr>
        </a:p>
      </dsp:txBody>
      <dsp:txXfrm>
        <a:off x="9838505" y="1603537"/>
        <a:ext cx="1128034" cy="5640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E3905A3-4D9B-4802-BE68-DDDE86C38B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08C056-811D-4F3B-993B-8CDF5B0AEE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9B822C-711C-423E-851C-7F2FCF70CF74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BA321A-940B-443D-9990-EF5F7C98D88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0A6265-8966-4E1E-B03D-9F0B359505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E09C4-05F2-4210-9799-59B976D6157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5114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9D9F2A-3B57-42DF-B014-1B75AB05F0DE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3FB8A0-E701-47A0-967E-A6B83C7F0A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907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5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0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2AB48-6B81-443C-84F0-8098475CA912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9ABD0-655E-4203-B2D8-6AEABBAE044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5E5463A-8C7C-435B-A44B-7B61150BE8D4}"/>
              </a:ext>
            </a:extLst>
          </p:cNvPr>
          <p:cNvGrpSpPr/>
          <p:nvPr userDrawn="1"/>
        </p:nvGrpSpPr>
        <p:grpSpPr>
          <a:xfrm>
            <a:off x="-8713" y="5486400"/>
            <a:ext cx="12204696" cy="1386478"/>
            <a:chOff x="-8713" y="5486400"/>
            <a:chExt cx="12204696" cy="1386478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4144B2B5-9F80-4228-9E10-F356EC2E5C4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8713" y="5494973"/>
              <a:ext cx="12200714" cy="1362075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04659CE7-6D4A-4EBD-8E75-5296445C74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010150" y="5486400"/>
              <a:ext cx="7185833" cy="1386478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E5ACF01D-261F-4D39-AD15-F68B86B0575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0" y="5556446"/>
              <a:ext cx="11658600" cy="13015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1117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2AB48-6B81-443C-84F0-8098475CA912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9ABD0-655E-4203-B2D8-6AEABBAE04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44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2AB48-6B81-443C-84F0-8098475CA912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9ABD0-655E-4203-B2D8-6AEABBAE044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03B9914-2712-4C5D-B07A-AEE803E52E59}"/>
              </a:ext>
            </a:extLst>
          </p:cNvPr>
          <p:cNvGrpSpPr/>
          <p:nvPr userDrawn="1"/>
        </p:nvGrpSpPr>
        <p:grpSpPr>
          <a:xfrm>
            <a:off x="-8713" y="5486400"/>
            <a:ext cx="12204696" cy="1386478"/>
            <a:chOff x="-8713" y="5486400"/>
            <a:chExt cx="12204696" cy="1386478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B2D5F1E0-9C00-4EC9-B051-82E5B52E67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8713" y="5494973"/>
              <a:ext cx="12200714" cy="1362075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F1E66CAA-7EE6-43F3-9DA4-13F334E0C54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010150" y="5486400"/>
              <a:ext cx="7185833" cy="1386478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D67A7579-730D-49B5-BFC5-E4BAFD5D7B8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0" y="5556446"/>
              <a:ext cx="11658600" cy="13015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18167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2AB48-6B81-443C-84F0-8098475CA912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9ABD0-655E-4203-B2D8-6AEABBAE04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051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2AB48-6B81-443C-84F0-8098475CA912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9ABD0-655E-4203-B2D8-6AEABBAE04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716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2AB48-6B81-443C-84F0-8098475CA912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9ABD0-655E-4203-B2D8-6AEABBAE044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93680F6-B3B6-4791-B9D2-3DAE2B6DF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478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4780EEAF-F689-42D7-9EE1-6CE0D81D3B30}"/>
              </a:ext>
            </a:extLst>
          </p:cNvPr>
          <p:cNvGrpSpPr/>
          <p:nvPr userDrawn="1"/>
        </p:nvGrpSpPr>
        <p:grpSpPr>
          <a:xfrm rot="5400000">
            <a:off x="-2191122" y="2163412"/>
            <a:ext cx="6945333" cy="2618508"/>
            <a:chOff x="4" y="2981324"/>
            <a:chExt cx="12226464" cy="1367657"/>
          </a:xfrm>
        </p:grpSpPr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386A642E-1027-49BB-8DE0-D3CEBB9751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" y="2981324"/>
              <a:ext cx="12191995" cy="1361101"/>
            </a:xfrm>
            <a:prstGeom prst="rect">
              <a:avLst/>
            </a:prstGeom>
          </p:spPr>
        </p:pic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9C6F5092-7738-410D-8BFF-E85A47B1CC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4" y="2987880"/>
              <a:ext cx="12191995" cy="1361101"/>
            </a:xfrm>
            <a:prstGeom prst="rect">
              <a:avLst/>
            </a:prstGeom>
          </p:spPr>
        </p:pic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DD87D332-94F6-40EE-A077-923476C95C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890618" y="2987879"/>
              <a:ext cx="7335850" cy="1354545"/>
            </a:xfrm>
            <a:prstGeom prst="rect">
              <a:avLst/>
            </a:prstGeom>
          </p:spPr>
        </p:pic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33292" y="738553"/>
            <a:ext cx="5931877" cy="4911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9E2AB48-6B81-443C-84F0-8098475CA912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0E9ABD0-655E-4203-B2D8-6AEABBAE044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B58FC21-5EBB-4148-B9B6-5C86CD586D7D}"/>
              </a:ext>
            </a:extLst>
          </p:cNvPr>
          <p:cNvCxnSpPr>
            <a:cxnSpLocks/>
          </p:cNvCxnSpPr>
          <p:nvPr userDrawn="1"/>
        </p:nvCxnSpPr>
        <p:spPr>
          <a:xfrm>
            <a:off x="671247" y="2531221"/>
            <a:ext cx="2080916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itle 1">
            <a:extLst>
              <a:ext uri="{FF2B5EF4-FFF2-40B4-BE49-F238E27FC236}">
                <a16:creationId xmlns:a16="http://schemas.microsoft.com/office/drawing/2014/main" id="{5C76D475-C577-46F3-AE49-D62D8FD85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981" y="948681"/>
            <a:ext cx="4784947" cy="1358539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959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2AB48-6B81-443C-84F0-8098475CA912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9ABD0-655E-4203-B2D8-6AEABBAE04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141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9E2AB48-6B81-443C-84F0-8098475CA912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0E9ABD0-655E-4203-B2D8-6AEABBAE044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4E4C7C4-9571-445F-8933-0F25198EC520}"/>
              </a:ext>
            </a:extLst>
          </p:cNvPr>
          <p:cNvGrpSpPr/>
          <p:nvPr userDrawn="1"/>
        </p:nvGrpSpPr>
        <p:grpSpPr>
          <a:xfrm>
            <a:off x="4" y="5490343"/>
            <a:ext cx="12226464" cy="1367657"/>
            <a:chOff x="4" y="2981324"/>
            <a:chExt cx="12226464" cy="1367657"/>
          </a:xfrm>
        </p:grpSpPr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0F2538E2-1955-4ABC-9B76-D200298C3E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" y="2981324"/>
              <a:ext cx="12191995" cy="1361101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26FEE2BA-38F3-4EAD-9127-79A1262808F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flipH="1">
              <a:off x="4" y="2987880"/>
              <a:ext cx="12191995" cy="1361101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B34F226C-805A-40FF-9E4F-19D10E6AD15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890618" y="2987879"/>
              <a:ext cx="7335850" cy="13545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58146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2" r:id="rId1"/>
    <p:sldLayoutId id="2147483953" r:id="rId2"/>
    <p:sldLayoutId id="2147483954" r:id="rId3"/>
    <p:sldLayoutId id="2147483955" r:id="rId4"/>
    <p:sldLayoutId id="2147483956" r:id="rId5"/>
    <p:sldLayoutId id="2147483957" r:id="rId6"/>
    <p:sldLayoutId id="2147483959" r:id="rId7"/>
    <p:sldLayoutId id="2147483961" r:id="rId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1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86981" y="999276"/>
            <a:ext cx="5103814" cy="1358539"/>
          </a:xfrm>
        </p:spPr>
        <p:txBody>
          <a:bodyPr>
            <a:normAutofit/>
          </a:bodyPr>
          <a:lstStyle/>
          <a:p>
            <a:pPr>
              <a:lnSpc>
                <a:spcPts val="4320"/>
              </a:lnSpc>
              <a:spcAft>
                <a:spcPts val="300"/>
              </a:spcAft>
            </a:pPr>
            <a:r>
              <a:rPr lang="en-US" b="1" spc="0" dirty="0"/>
              <a:t>Security Organization Chart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FA54A7-F44D-43B0-A282-9BE62071553B}"/>
              </a:ext>
            </a:extLst>
          </p:cNvPr>
          <p:cNvSpPr/>
          <p:nvPr/>
        </p:nvSpPr>
        <p:spPr>
          <a:xfrm>
            <a:off x="586981" y="2776397"/>
            <a:ext cx="326425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400" dirty="0">
                <a:solidFill>
                  <a:schemeClr val="tx2"/>
                </a:solidFill>
              </a:rPr>
              <a:t>Lorem ipsum dolor sit amet, consectetur adipiscing elit, sed do eiusmod tempor incididunt ut labore et dolore.</a:t>
            </a:r>
          </a:p>
        </p:txBody>
      </p:sp>
      <p:graphicFrame>
        <p:nvGraphicFramePr>
          <p:cNvPr id="6" name="Content Placeholder 5" descr="Horizontal Organization Chart" title="SmartArt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3187972"/>
              </p:ext>
            </p:extLst>
          </p:nvPr>
        </p:nvGraphicFramePr>
        <p:xfrm>
          <a:off x="4442908" y="501502"/>
          <a:ext cx="7162111" cy="58549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27573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5" descr="Horizontal Organization Chart" title="SmartArt">
            <a:extLst>
              <a:ext uri="{FF2B5EF4-FFF2-40B4-BE49-F238E27FC236}">
                <a16:creationId xmlns:a16="http://schemas.microsoft.com/office/drawing/2014/main" id="{CCBD0812-4EAC-EE43-0B2C-7248E19627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171562"/>
              </p:ext>
            </p:extLst>
          </p:nvPr>
        </p:nvGraphicFramePr>
        <p:xfrm>
          <a:off x="4442908" y="501502"/>
          <a:ext cx="7162111" cy="58549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3037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5" descr="Horizontal Organization Chart" title="SmartArt">
            <a:extLst>
              <a:ext uri="{FF2B5EF4-FFF2-40B4-BE49-F238E27FC236}">
                <a16:creationId xmlns:a16="http://schemas.microsoft.com/office/drawing/2014/main" id="{E0518CD5-502B-136D-2075-953EF6AF6A6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7403672"/>
              </p:ext>
            </p:extLst>
          </p:nvPr>
        </p:nvGraphicFramePr>
        <p:xfrm>
          <a:off x="-423512" y="1058779"/>
          <a:ext cx="12615512" cy="45719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7910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CC98D-DE33-3AA7-7B17-A4C2DCDA2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7BDD1-06A9-6364-F180-D56CCEBF7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138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6E66F-79DB-72FC-4FFE-332B8192C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BB20F-958D-A7B2-04E4-CB310E5BE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078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109D4-2412-428F-F567-C85346474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704F7-7F70-915D-723D-FCF81B48A3C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4DE5DF-97BE-FF59-63C3-EBED4CDF443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664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76E34-EE13-2CD3-08BF-C97ED2D2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SIEM Engineer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65E99-B559-F5FF-57D3-68407CC23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5012266"/>
          </a:xfrm>
        </p:spPr>
        <p:txBody>
          <a:bodyPr>
            <a:noAutofit/>
          </a:bodyPr>
          <a:lstStyle/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397915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1B97C-0858-A4C3-5201-2B42FD4B3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ACC06-D3B9-21F8-8F25-16A17B578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69748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8">
      <a:dk1>
        <a:srgbClr val="0F0D29"/>
      </a:dk1>
      <a:lt1>
        <a:srgbClr val="FFFFFF"/>
      </a:lt1>
      <a:dk2>
        <a:srgbClr val="082A75"/>
      </a:dk2>
      <a:lt2>
        <a:srgbClr val="E7E6E6"/>
      </a:lt2>
      <a:accent1>
        <a:srgbClr val="024F75"/>
      </a:accent1>
      <a:accent2>
        <a:srgbClr val="3592CF"/>
      </a:accent2>
      <a:accent3>
        <a:srgbClr val="34ABA2"/>
      </a:accent3>
      <a:accent4>
        <a:srgbClr val="66B2CA"/>
      </a:accent4>
      <a:accent5>
        <a:srgbClr val="E0EFF4"/>
      </a:accent5>
      <a:accent6>
        <a:srgbClr val="34ABA2"/>
      </a:accent6>
      <a:hlink>
        <a:srgbClr val="3592CF"/>
      </a:hlink>
      <a:folHlink>
        <a:srgbClr val="3592CF"/>
      </a:folHlink>
    </a:clrScheme>
    <a:fontScheme name="Custom 2">
      <a:majorFont>
        <a:latin typeface="Century Gothic"/>
        <a:ea typeface=""/>
        <a:cs typeface=""/>
      </a:majorFont>
      <a:minorFont>
        <a:latin typeface="Lucida Sans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4001427_win32_fixed" id="{11329F81-059E-433D-A94F-1A9842BBB9CC}" vid="{CDE6390C-1AD3-4234-8580-EE857C1ED4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1A3B03E-652D-4D8F-863F-26347F2C84A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78D4D99-8A00-4AF3-870C-951CFCBBB1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7292D2-F2DF-4CCD-907A-872557A22F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Family tree chart (horizontal, green, white, widescreen)</Template>
  <TotalTime>33</TotalTime>
  <Words>134</Words>
  <Application>Microsoft Office PowerPoint</Application>
  <PresentationFormat>Widescreen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Yu Gothic</vt:lpstr>
      <vt:lpstr>Calibri</vt:lpstr>
      <vt:lpstr>Century Gothic</vt:lpstr>
      <vt:lpstr>Lucida Sans</vt:lpstr>
      <vt:lpstr>Retrospect</vt:lpstr>
      <vt:lpstr>Security Organization 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SIEM Engineer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sandeep j0352</dc:creator>
  <cp:lastModifiedBy>sandeep j0352</cp:lastModifiedBy>
  <cp:revision>11</cp:revision>
  <dcterms:created xsi:type="dcterms:W3CDTF">2026-02-28T08:29:45Z</dcterms:created>
  <dcterms:modified xsi:type="dcterms:W3CDTF">2026-02-28T09:02:52Z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