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57" r:id="rId6"/>
    <p:sldId id="260" r:id="rId7"/>
    <p:sldId id="258" r:id="rId8"/>
    <p:sldId id="286" r:id="rId9"/>
    <p:sldId id="287" r:id="rId10"/>
    <p:sldId id="261" r:id="rId11"/>
    <p:sldId id="262" r:id="rId12"/>
    <p:sldId id="283" r:id="rId13"/>
    <p:sldId id="264" r:id="rId14"/>
    <p:sldId id="266" r:id="rId15"/>
    <p:sldId id="284" r:id="rId16"/>
    <p:sldId id="267" r:id="rId17"/>
    <p:sldId id="269" r:id="rId18"/>
    <p:sldId id="268"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3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[$$-409]#,##0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744"/>
        <c:crosses val="autoZero"/>
        <c:auto val="1"/>
        <c:lblAlgn val="ctr"/>
        <c:lblOffset val="100"/>
        <c:noMultiLvlLbl val="0"/>
      </c:catAx>
      <c:valAx>
        <c:axId val="1000041744"/>
        <c:scaling>
          <c:orientation val="minMax"/>
        </c:scaling>
        <c:delete val="0"/>
        <c:axPos val="l"/>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FAFD96-3601-4F17-BB82-DBBBA6C512D5}" type="doc">
      <dgm:prSet loTypeId="urn:microsoft.com/office/officeart/2005/8/layout/hierarchy4" loCatId="hierarchy" qsTypeId="urn:microsoft.com/office/officeart/2005/8/quickstyle/simple5" qsCatId="simple" csTypeId="urn:microsoft.com/office/officeart/2005/8/colors/accent1_1" csCatId="accent1" phldr="1"/>
      <dgm:spPr/>
      <dgm:t>
        <a:bodyPr/>
        <a:lstStyle/>
        <a:p>
          <a:endParaRPr lang="en-US"/>
        </a:p>
      </dgm:t>
    </dgm:pt>
    <dgm:pt modelId="{19599602-9E94-449B-AE02-46C30491E28C}">
      <dgm:prSet phldrT="[Text]" custT="1"/>
      <dgm:spPr/>
      <dgm:t>
        <a:bodyPr/>
        <a:lstStyle/>
        <a:p>
          <a:r>
            <a:rPr lang="en-US" sz="1000" b="1" dirty="0">
              <a:latin typeface="Yu Gothic" panose="020B0400000000000000" pitchFamily="34" charset="-128"/>
              <a:ea typeface="Yu Gothic" panose="020B0400000000000000" pitchFamily="34" charset="-128"/>
            </a:rPr>
            <a:t>CISO</a:t>
          </a:r>
        </a:p>
      </dgm:t>
    </dgm:pt>
    <dgm:pt modelId="{FF371F54-3EAD-4229-B33D-30FA8E522AE4}" type="parTrans" cxnId="{7A02F5AF-F9F5-4778-A66E-DE024A3A34D9}">
      <dgm:prSet/>
      <dgm:spPr/>
      <dgm:t>
        <a:bodyPr/>
        <a:lstStyle/>
        <a:p>
          <a:endParaRPr lang="en-US" sz="1000">
            <a:latin typeface="Yu Gothic" panose="020B0400000000000000" pitchFamily="34" charset="-128"/>
            <a:ea typeface="Yu Gothic" panose="020B0400000000000000" pitchFamily="34" charset="-128"/>
          </a:endParaRPr>
        </a:p>
      </dgm:t>
    </dgm:pt>
    <dgm:pt modelId="{2A88706E-F8B3-4E84-B216-AB828E178267}" type="sibTrans" cxnId="{7A02F5AF-F9F5-4778-A66E-DE024A3A34D9}">
      <dgm:prSet/>
      <dgm:spPr/>
      <dgm:t>
        <a:bodyPr/>
        <a:lstStyle/>
        <a:p>
          <a:endParaRPr lang="en-US" sz="1000">
            <a:latin typeface="Yu Gothic" panose="020B0400000000000000" pitchFamily="34" charset="-128"/>
            <a:ea typeface="Yu Gothic" panose="020B0400000000000000" pitchFamily="34" charset="-128"/>
          </a:endParaRPr>
        </a:p>
      </dgm:t>
    </dgm:pt>
    <dgm:pt modelId="{6FD54DCC-0420-4B69-949E-C600DAC3EA80}">
      <dgm:prSet phldrT="[Text]" custT="1"/>
      <dgm:spPr/>
      <dgm:t>
        <a:bodyPr/>
        <a:lstStyle/>
        <a:p>
          <a:r>
            <a:rPr lang="en-US" sz="1000" b="1" dirty="0">
              <a:latin typeface="Yu Gothic" panose="020B0400000000000000" pitchFamily="34" charset="-128"/>
              <a:ea typeface="Yu Gothic" panose="020B0400000000000000" pitchFamily="34" charset="-128"/>
            </a:rPr>
            <a:t>Director</a:t>
          </a:r>
        </a:p>
      </dgm:t>
    </dgm:pt>
    <dgm:pt modelId="{6F5CF077-1342-46A1-93F1-68D7723F3F8C}" type="parTrans" cxnId="{A9A39EE7-F441-4563-AFFD-666EC4C4FD54}">
      <dgm:prSet custT="1"/>
      <dgm:spPr/>
      <dgm:t>
        <a:bodyPr/>
        <a:lstStyle/>
        <a:p>
          <a:endParaRPr lang="en-US" sz="1000" b="1" dirty="0">
            <a:latin typeface="Yu Gothic" panose="020B0400000000000000" pitchFamily="34" charset="-128"/>
            <a:ea typeface="Yu Gothic" panose="020B0400000000000000" pitchFamily="34" charset="-128"/>
          </a:endParaRPr>
        </a:p>
      </dgm:t>
    </dgm:pt>
    <dgm:pt modelId="{CE57F18C-7754-4245-BB8D-0DDD9139AB8E}" type="sibTrans" cxnId="{A9A39EE7-F441-4563-AFFD-666EC4C4FD54}">
      <dgm:prSet/>
      <dgm:spPr/>
      <dgm:t>
        <a:bodyPr/>
        <a:lstStyle/>
        <a:p>
          <a:endParaRPr lang="en-US" sz="1000">
            <a:latin typeface="Yu Gothic" panose="020B0400000000000000" pitchFamily="34" charset="-128"/>
            <a:ea typeface="Yu Gothic" panose="020B0400000000000000" pitchFamily="34" charset="-128"/>
          </a:endParaRPr>
        </a:p>
      </dgm:t>
    </dgm:pt>
    <dgm:pt modelId="{D6D663EA-8C9E-4A6C-8696-EA6202B67EB8}">
      <dgm:prSet custT="1"/>
      <dgm:spPr/>
      <dgm:t>
        <a:bodyPr/>
        <a:lstStyle/>
        <a:p>
          <a:r>
            <a:rPr lang="en-US" sz="1000" b="1" dirty="0">
              <a:latin typeface="Yu Gothic" panose="020B0400000000000000" pitchFamily="34" charset="-128"/>
              <a:ea typeface="Yu Gothic" panose="020B0400000000000000" pitchFamily="34" charset="-128"/>
            </a:rPr>
            <a:t>Security Architecture</a:t>
          </a:r>
        </a:p>
      </dgm:t>
    </dgm:pt>
    <dgm:pt modelId="{C618F4B1-D56C-40B0-A9BB-A1AC22AA90C0}" type="parTrans" cxnId="{6AD0832E-D0E5-4DFA-A2C1-539A1049A92A}">
      <dgm:prSet custT="1"/>
      <dgm:spPr/>
      <dgm:t>
        <a:bodyPr/>
        <a:lstStyle/>
        <a:p>
          <a:endParaRPr lang="en-US" sz="1000" b="1" dirty="0">
            <a:latin typeface="Yu Gothic" panose="020B0400000000000000" pitchFamily="34" charset="-128"/>
            <a:ea typeface="Yu Gothic" panose="020B0400000000000000" pitchFamily="34" charset="-128"/>
          </a:endParaRPr>
        </a:p>
      </dgm:t>
    </dgm:pt>
    <dgm:pt modelId="{350208D2-B2AB-46F5-A396-E4E2016A900E}" type="sibTrans" cxnId="{6AD0832E-D0E5-4DFA-A2C1-539A1049A92A}">
      <dgm:prSet/>
      <dgm:spPr/>
      <dgm:t>
        <a:bodyPr/>
        <a:lstStyle/>
        <a:p>
          <a:endParaRPr lang="en-US" sz="1000">
            <a:latin typeface="Yu Gothic" panose="020B0400000000000000" pitchFamily="34" charset="-128"/>
            <a:ea typeface="Yu Gothic" panose="020B0400000000000000" pitchFamily="34" charset="-128"/>
          </a:endParaRPr>
        </a:p>
      </dgm:t>
    </dgm:pt>
    <dgm:pt modelId="{0C87090F-02B0-44D5-BD4B-E5AE0D1FA7F1}">
      <dgm:prSet phldrT="[Text]" custT="1"/>
      <dgm:spPr/>
      <dgm:t>
        <a:bodyPr/>
        <a:lstStyle/>
        <a:p>
          <a:r>
            <a:rPr lang="en-US" sz="1000" b="1" dirty="0">
              <a:latin typeface="Yu Gothic" panose="020B0400000000000000" pitchFamily="34" charset="-128"/>
              <a:ea typeface="Yu Gothic" panose="020B0400000000000000" pitchFamily="34" charset="-128"/>
            </a:rPr>
            <a:t>VP</a:t>
          </a:r>
        </a:p>
      </dgm:t>
    </dgm:pt>
    <dgm:pt modelId="{48F43ED3-A177-4096-B556-EB782F87985E}" type="parTrans" cxnId="{30E0B992-157A-405B-8572-770CFD4D21A1}">
      <dgm:prSet custT="1"/>
      <dgm:spPr/>
      <dgm:t>
        <a:bodyPr/>
        <a:lstStyle/>
        <a:p>
          <a:endParaRPr lang="en-US" sz="1000" b="1" dirty="0">
            <a:latin typeface="Yu Gothic" panose="020B0400000000000000" pitchFamily="34" charset="-128"/>
            <a:ea typeface="Yu Gothic" panose="020B0400000000000000" pitchFamily="34" charset="-128"/>
          </a:endParaRPr>
        </a:p>
      </dgm:t>
    </dgm:pt>
    <dgm:pt modelId="{24E0BA02-AFC8-4BBC-85FF-8CECFE2FDD5C}" type="sibTrans" cxnId="{30E0B992-157A-405B-8572-770CFD4D21A1}">
      <dgm:prSet/>
      <dgm:spPr/>
      <dgm:t>
        <a:bodyPr/>
        <a:lstStyle/>
        <a:p>
          <a:endParaRPr lang="en-US" sz="1000">
            <a:latin typeface="Yu Gothic" panose="020B0400000000000000" pitchFamily="34" charset="-128"/>
            <a:ea typeface="Yu Gothic" panose="020B0400000000000000" pitchFamily="34" charset="-128"/>
          </a:endParaRPr>
        </a:p>
      </dgm:t>
    </dgm:pt>
    <dgm:pt modelId="{A97D053E-A973-4364-B69E-A280008FFC90}">
      <dgm:prSet phldrT="[Text]" custT="1"/>
      <dgm:spPr/>
      <dgm:t>
        <a:bodyPr/>
        <a:lstStyle/>
        <a:p>
          <a:pPr>
            <a:lnSpc>
              <a:spcPct val="100000"/>
            </a:lnSpc>
            <a:spcAft>
              <a:spcPts val="0"/>
            </a:spcAft>
          </a:pPr>
          <a:r>
            <a:rPr lang="en-US" sz="1000" b="1" dirty="0">
              <a:latin typeface="Yu Gothic" panose="020B0400000000000000" pitchFamily="34" charset="-128"/>
              <a:ea typeface="Yu Gothic" panose="020B0400000000000000" pitchFamily="34" charset="-128"/>
            </a:rPr>
            <a:t>SOC</a:t>
          </a:r>
        </a:p>
        <a:p>
          <a:pPr>
            <a:lnSpc>
              <a:spcPct val="100000"/>
            </a:lnSpc>
            <a:spcAft>
              <a:spcPts val="0"/>
            </a:spcAft>
          </a:pPr>
          <a:r>
            <a:rPr lang="en-US" sz="1000" b="1" dirty="0">
              <a:latin typeface="Yu Gothic" panose="020B0400000000000000" pitchFamily="34" charset="-128"/>
              <a:ea typeface="Yu Gothic" panose="020B0400000000000000" pitchFamily="34" charset="-128"/>
            </a:rPr>
            <a:t>Manager</a:t>
          </a:r>
        </a:p>
      </dgm:t>
    </dgm:pt>
    <dgm:pt modelId="{0269C22A-A20B-4CCC-917A-8B311E437315}" type="parTrans" cxnId="{06C05031-CC2B-43C8-8D83-6BE882BBEE11}">
      <dgm:prSet custT="1"/>
      <dgm:spPr/>
      <dgm:t>
        <a:bodyPr/>
        <a:lstStyle/>
        <a:p>
          <a:endParaRPr lang="en-US" sz="1000" b="1" dirty="0">
            <a:latin typeface="Yu Gothic" panose="020B0400000000000000" pitchFamily="34" charset="-128"/>
            <a:ea typeface="Yu Gothic" panose="020B0400000000000000" pitchFamily="34" charset="-128"/>
          </a:endParaRPr>
        </a:p>
      </dgm:t>
    </dgm:pt>
    <dgm:pt modelId="{243C102C-DAA2-4245-A1D1-9E6A71F7AB05}" type="sibTrans" cxnId="{06C05031-CC2B-43C8-8D83-6BE882BBEE11}">
      <dgm:prSet/>
      <dgm:spPr/>
      <dgm:t>
        <a:bodyPr/>
        <a:lstStyle/>
        <a:p>
          <a:endParaRPr lang="en-US" sz="1000">
            <a:latin typeface="Yu Gothic" panose="020B0400000000000000" pitchFamily="34" charset="-128"/>
            <a:ea typeface="Yu Gothic" panose="020B0400000000000000" pitchFamily="34" charset="-128"/>
          </a:endParaRPr>
        </a:p>
      </dgm:t>
    </dgm:pt>
    <dgm:pt modelId="{A42DED5E-3919-412A-8377-DE6122E1AD30}">
      <dgm:prSet custT="1"/>
      <dgm:spPr/>
      <dgm:t>
        <a:bodyPr/>
        <a:lstStyle/>
        <a:p>
          <a:r>
            <a:rPr lang="en-US" sz="1000" b="1" dirty="0">
              <a:latin typeface="Yu Gothic" panose="020B0400000000000000" pitchFamily="34" charset="-128"/>
              <a:ea typeface="Yu Gothic" panose="020B0400000000000000" pitchFamily="34" charset="-128"/>
            </a:rPr>
            <a:t>Sources</a:t>
          </a:r>
        </a:p>
      </dgm:t>
    </dgm:pt>
    <dgm:pt modelId="{D05EA4EE-52C7-4A7F-9A69-CD36D787717D}" type="parTrans" cxnId="{49B17D65-6E5E-48F0-B40D-53AEA94A5346}">
      <dgm:prSet custT="1"/>
      <dgm:spPr/>
      <dgm:t>
        <a:bodyPr/>
        <a:lstStyle/>
        <a:p>
          <a:endParaRPr lang="en-US" sz="1000" b="1" dirty="0">
            <a:latin typeface="Yu Gothic" panose="020B0400000000000000" pitchFamily="34" charset="-128"/>
            <a:ea typeface="Yu Gothic" panose="020B0400000000000000" pitchFamily="34" charset="-128"/>
          </a:endParaRPr>
        </a:p>
      </dgm:t>
    </dgm:pt>
    <dgm:pt modelId="{4503E061-C76A-43D4-9951-E6976365CBEB}" type="sibTrans" cxnId="{49B17D65-6E5E-48F0-B40D-53AEA94A5346}">
      <dgm:prSet/>
      <dgm:spPr/>
      <dgm:t>
        <a:bodyPr/>
        <a:lstStyle/>
        <a:p>
          <a:endParaRPr lang="en-US" sz="1000">
            <a:latin typeface="Yu Gothic" panose="020B0400000000000000" pitchFamily="34" charset="-128"/>
            <a:ea typeface="Yu Gothic" panose="020B0400000000000000" pitchFamily="34" charset="-128"/>
          </a:endParaRPr>
        </a:p>
      </dgm:t>
    </dgm:pt>
    <dgm:pt modelId="{36515DAA-DE94-4D05-BF16-8D5E13CADE3A}">
      <dgm:prSet custT="1"/>
      <dgm:spPr/>
      <dgm:t>
        <a:bodyPr/>
        <a:lstStyle/>
        <a:p>
          <a:r>
            <a:rPr lang="en-US" sz="1000" b="1">
              <a:latin typeface="Yu Gothic" panose="020B0400000000000000" pitchFamily="34" charset="-128"/>
              <a:ea typeface="Yu Gothic" panose="020B0400000000000000" pitchFamily="34" charset="-128"/>
            </a:rPr>
            <a:t>Analysis</a:t>
          </a:r>
          <a:endParaRPr lang="en-US" sz="1000" b="1" dirty="0">
            <a:latin typeface="Yu Gothic" panose="020B0400000000000000" pitchFamily="34" charset="-128"/>
            <a:ea typeface="Yu Gothic" panose="020B0400000000000000" pitchFamily="34" charset="-128"/>
          </a:endParaRPr>
        </a:p>
      </dgm:t>
    </dgm:pt>
    <dgm:pt modelId="{15779972-6EB7-4A17-A8F4-C736B5F0CED0}" type="parTrans" cxnId="{2BBFE0CB-7EA9-4048-B997-094B4E858D3D}">
      <dgm:prSet custT="1"/>
      <dgm:spPr/>
      <dgm:t>
        <a:bodyPr/>
        <a:lstStyle/>
        <a:p>
          <a:endParaRPr lang="en-US" sz="1000" b="1" dirty="0">
            <a:latin typeface="Yu Gothic" panose="020B0400000000000000" pitchFamily="34" charset="-128"/>
            <a:ea typeface="Yu Gothic" panose="020B0400000000000000" pitchFamily="34" charset="-128"/>
          </a:endParaRPr>
        </a:p>
      </dgm:t>
    </dgm:pt>
    <dgm:pt modelId="{D6A2C69D-961B-4FA1-8F05-385D9A2E46C1}" type="sibTrans" cxnId="{2BBFE0CB-7EA9-4048-B997-094B4E858D3D}">
      <dgm:prSet/>
      <dgm:spPr/>
      <dgm:t>
        <a:bodyPr/>
        <a:lstStyle/>
        <a:p>
          <a:endParaRPr lang="en-US" sz="1000">
            <a:latin typeface="Yu Gothic" panose="020B0400000000000000" pitchFamily="34" charset="-128"/>
            <a:ea typeface="Yu Gothic" panose="020B0400000000000000" pitchFamily="34" charset="-128"/>
          </a:endParaRPr>
        </a:p>
      </dgm:t>
    </dgm:pt>
    <dgm:pt modelId="{BF1D701A-DD2D-4121-8BFA-FBE1FBF81F9E}">
      <dgm:prSet custT="1"/>
      <dgm:spPr/>
      <dgm:t>
        <a:bodyPr/>
        <a:lstStyle/>
        <a:p>
          <a:r>
            <a:rPr lang="en-US" sz="1000" b="1" dirty="0">
              <a:latin typeface="Yu Gothic" panose="020B0400000000000000" pitchFamily="34" charset="-128"/>
              <a:ea typeface="Yu Gothic" panose="020B0400000000000000" pitchFamily="34" charset="-128"/>
            </a:rPr>
            <a:t>SOC L1</a:t>
          </a:r>
        </a:p>
      </dgm:t>
    </dgm:pt>
    <dgm:pt modelId="{E61AFEE5-2004-43A9-AA62-07A1459E6FC5}" type="parTrans" cxnId="{801C22C7-1C0F-44EF-839E-A030B3D15017}">
      <dgm:prSet custT="1"/>
      <dgm:spPr/>
      <dgm:t>
        <a:bodyPr/>
        <a:lstStyle/>
        <a:p>
          <a:endParaRPr lang="en-US" sz="1000" b="1" dirty="0">
            <a:latin typeface="Yu Gothic" panose="020B0400000000000000" pitchFamily="34" charset="-128"/>
            <a:ea typeface="Yu Gothic" panose="020B0400000000000000" pitchFamily="34" charset="-128"/>
          </a:endParaRPr>
        </a:p>
      </dgm:t>
    </dgm:pt>
    <dgm:pt modelId="{B0000C6F-B2A3-4526-8C16-C73AEA735EAF}" type="sibTrans" cxnId="{801C22C7-1C0F-44EF-839E-A030B3D15017}">
      <dgm:prSet/>
      <dgm:spPr/>
      <dgm:t>
        <a:bodyPr/>
        <a:lstStyle/>
        <a:p>
          <a:endParaRPr lang="en-US" sz="1000">
            <a:latin typeface="Yu Gothic" panose="020B0400000000000000" pitchFamily="34" charset="-128"/>
            <a:ea typeface="Yu Gothic" panose="020B0400000000000000" pitchFamily="34" charset="-128"/>
          </a:endParaRPr>
        </a:p>
      </dgm:t>
    </dgm:pt>
    <dgm:pt modelId="{991DD7BB-FD91-49EE-AAF5-140AB35E43F7}">
      <dgm:prSet custT="1"/>
      <dgm:spPr/>
      <dgm:t>
        <a:bodyPr/>
        <a:lstStyle/>
        <a:p>
          <a:r>
            <a:rPr lang="en-US" sz="1000" b="1" dirty="0">
              <a:latin typeface="Yu Gothic" panose="020B0400000000000000" pitchFamily="34" charset="-128"/>
              <a:ea typeface="Yu Gothic" panose="020B0400000000000000" pitchFamily="34" charset="-128"/>
            </a:rPr>
            <a:t>Program Management</a:t>
          </a:r>
        </a:p>
      </dgm:t>
    </dgm:pt>
    <dgm:pt modelId="{8C5DE38B-5BD6-4776-8A20-AEE9D7B23E51}" type="sibTrans" cxnId="{2B80D23B-5A2B-4D63-AF88-2D04D8D865AC}">
      <dgm:prSet/>
      <dgm:spPr/>
      <dgm:t>
        <a:bodyPr/>
        <a:lstStyle/>
        <a:p>
          <a:endParaRPr lang="en-US" sz="1000">
            <a:latin typeface="Yu Gothic" panose="020B0400000000000000" pitchFamily="34" charset="-128"/>
            <a:ea typeface="Yu Gothic" panose="020B0400000000000000" pitchFamily="34" charset="-128"/>
          </a:endParaRPr>
        </a:p>
      </dgm:t>
    </dgm:pt>
    <dgm:pt modelId="{E3D22BD8-B8F5-4AEB-A8DD-53D6A1A29BAD}" type="parTrans" cxnId="{2B80D23B-5A2B-4D63-AF88-2D04D8D865AC}">
      <dgm:prSet custT="1"/>
      <dgm:spPr/>
      <dgm:t>
        <a:bodyPr/>
        <a:lstStyle/>
        <a:p>
          <a:endParaRPr lang="en-US" sz="1000" b="1" dirty="0">
            <a:latin typeface="Yu Gothic" panose="020B0400000000000000" pitchFamily="34" charset="-128"/>
            <a:ea typeface="Yu Gothic" panose="020B0400000000000000" pitchFamily="34" charset="-128"/>
          </a:endParaRPr>
        </a:p>
      </dgm:t>
    </dgm:pt>
    <dgm:pt modelId="{3378893F-0227-4C99-A5BE-F0441622DD25}">
      <dgm:prSet phldrT="[Text]" custT="1"/>
      <dgm:spPr/>
      <dgm:t>
        <a:bodyPr/>
        <a:lstStyle/>
        <a:p>
          <a:r>
            <a:rPr lang="en-US" sz="1000" b="1" dirty="0">
              <a:latin typeface="Yu Gothic" panose="020B0400000000000000" pitchFamily="34" charset="-128"/>
              <a:ea typeface="Yu Gothic" panose="020B0400000000000000" pitchFamily="34" charset="-128"/>
            </a:rPr>
            <a:t>SVP</a:t>
          </a:r>
        </a:p>
      </dgm:t>
    </dgm:pt>
    <dgm:pt modelId="{62ED3618-186A-4AE5-A334-6262FBDBD773}" type="parTrans" cxnId="{57F60A10-B627-4F4E-B804-B3BDB70D88E9}">
      <dgm:prSet/>
      <dgm:spPr/>
      <dgm:t>
        <a:bodyPr/>
        <a:lstStyle/>
        <a:p>
          <a:endParaRPr lang="en-IN" sz="1000">
            <a:latin typeface="Yu Gothic" panose="020B0400000000000000" pitchFamily="34" charset="-128"/>
            <a:ea typeface="Yu Gothic" panose="020B0400000000000000" pitchFamily="34" charset="-128"/>
          </a:endParaRPr>
        </a:p>
      </dgm:t>
    </dgm:pt>
    <dgm:pt modelId="{CCBAFD97-4529-461C-9401-5C21022322F0}" type="sibTrans" cxnId="{57F60A10-B627-4F4E-B804-B3BDB70D88E9}">
      <dgm:prSet/>
      <dgm:spPr/>
      <dgm:t>
        <a:bodyPr/>
        <a:lstStyle/>
        <a:p>
          <a:endParaRPr lang="en-IN"/>
        </a:p>
      </dgm:t>
    </dgm:pt>
    <dgm:pt modelId="{728CB894-4164-4F00-A408-6FBB55E5F39A}">
      <dgm:prSet custT="1"/>
      <dgm:spPr/>
      <dgm:t>
        <a:bodyPr/>
        <a:lstStyle/>
        <a:p>
          <a:r>
            <a:rPr lang="en-US" sz="1000" b="1">
              <a:latin typeface="Yu Gothic" panose="020B0400000000000000" pitchFamily="34" charset="-128"/>
              <a:ea typeface="Yu Gothic" panose="020B0400000000000000" pitchFamily="34" charset="-128"/>
            </a:rPr>
            <a:t>Vulnerability Management</a:t>
          </a:r>
          <a:endParaRPr lang="en-US" sz="1000" b="1" dirty="0">
            <a:latin typeface="Yu Gothic" panose="020B0400000000000000" pitchFamily="34" charset="-128"/>
            <a:ea typeface="Yu Gothic" panose="020B0400000000000000" pitchFamily="34" charset="-128"/>
          </a:endParaRPr>
        </a:p>
      </dgm:t>
    </dgm:pt>
    <dgm:pt modelId="{7A7695DF-2B28-404E-9784-91A1EA326978}" type="parTrans" cxnId="{DB8823F9-F1A1-4721-BFBB-8B76625BCB5C}">
      <dgm:prSet/>
      <dgm:spPr/>
      <dgm:t>
        <a:bodyPr/>
        <a:lstStyle/>
        <a:p>
          <a:endParaRPr lang="en-IN" sz="1000">
            <a:latin typeface="Yu Gothic" panose="020B0400000000000000" pitchFamily="34" charset="-128"/>
            <a:ea typeface="Yu Gothic" panose="020B0400000000000000" pitchFamily="34" charset="-128"/>
          </a:endParaRPr>
        </a:p>
      </dgm:t>
    </dgm:pt>
    <dgm:pt modelId="{B456C597-77EF-44A9-BE78-7B938D66A3D2}" type="sibTrans" cxnId="{DB8823F9-F1A1-4721-BFBB-8B76625BCB5C}">
      <dgm:prSet/>
      <dgm:spPr/>
      <dgm:t>
        <a:bodyPr/>
        <a:lstStyle/>
        <a:p>
          <a:endParaRPr lang="en-IN"/>
        </a:p>
      </dgm:t>
    </dgm:pt>
    <dgm:pt modelId="{B1D76931-B2AB-4E2B-A7B7-0CFC65386E2C}">
      <dgm:prSet custT="1"/>
      <dgm:spPr/>
      <dgm:t>
        <a:bodyPr/>
        <a:lstStyle/>
        <a:p>
          <a:r>
            <a:rPr lang="en-US" sz="1000" b="1">
              <a:latin typeface="Yu Gothic" panose="020B0400000000000000" pitchFamily="34" charset="-128"/>
              <a:ea typeface="Yu Gothic" panose="020B0400000000000000" pitchFamily="34" charset="-128"/>
            </a:rPr>
            <a:t>Malware Analysis</a:t>
          </a:r>
          <a:endParaRPr lang="en-US" sz="1000" b="1" dirty="0">
            <a:latin typeface="Yu Gothic" panose="020B0400000000000000" pitchFamily="34" charset="-128"/>
            <a:ea typeface="Yu Gothic" panose="020B0400000000000000" pitchFamily="34" charset="-128"/>
          </a:endParaRPr>
        </a:p>
      </dgm:t>
    </dgm:pt>
    <dgm:pt modelId="{180E3A64-01C7-4104-8C89-A252D103BCDA}" type="parTrans" cxnId="{1F32C813-9B81-4FC1-80A0-80097B0133FC}">
      <dgm:prSet/>
      <dgm:spPr/>
      <dgm:t>
        <a:bodyPr/>
        <a:lstStyle/>
        <a:p>
          <a:endParaRPr lang="en-IN" sz="1000">
            <a:latin typeface="Yu Gothic" panose="020B0400000000000000" pitchFamily="34" charset="-128"/>
            <a:ea typeface="Yu Gothic" panose="020B0400000000000000" pitchFamily="34" charset="-128"/>
          </a:endParaRPr>
        </a:p>
      </dgm:t>
    </dgm:pt>
    <dgm:pt modelId="{2EAE0D28-58EF-4097-9EF6-FCAAACEA3A3E}" type="sibTrans" cxnId="{1F32C813-9B81-4FC1-80A0-80097B0133FC}">
      <dgm:prSet/>
      <dgm:spPr/>
      <dgm:t>
        <a:bodyPr/>
        <a:lstStyle/>
        <a:p>
          <a:endParaRPr lang="en-IN"/>
        </a:p>
      </dgm:t>
    </dgm:pt>
    <dgm:pt modelId="{42978307-697D-497A-A2C6-5CE28D391200}">
      <dgm:prSet custT="1"/>
      <dgm:spPr/>
      <dgm:t>
        <a:bodyPr/>
        <a:lstStyle/>
        <a:p>
          <a:r>
            <a:rPr lang="en-US" sz="1000" b="1" dirty="0">
              <a:latin typeface="Yu Gothic" panose="020B0400000000000000" pitchFamily="34" charset="-128"/>
              <a:ea typeface="Yu Gothic" panose="020B0400000000000000" pitchFamily="34" charset="-128"/>
            </a:rPr>
            <a:t>Reporting</a:t>
          </a:r>
        </a:p>
      </dgm:t>
    </dgm:pt>
    <dgm:pt modelId="{8289592A-2799-48BF-943A-ECD5E2D454F4}" type="parTrans" cxnId="{C3C54F3B-9589-4255-AAEA-D197D66783F6}">
      <dgm:prSet/>
      <dgm:spPr/>
      <dgm:t>
        <a:bodyPr/>
        <a:lstStyle/>
        <a:p>
          <a:endParaRPr lang="en-IN" sz="1000">
            <a:latin typeface="Yu Gothic" panose="020B0400000000000000" pitchFamily="34" charset="-128"/>
            <a:ea typeface="Yu Gothic" panose="020B0400000000000000" pitchFamily="34" charset="-128"/>
          </a:endParaRPr>
        </a:p>
      </dgm:t>
    </dgm:pt>
    <dgm:pt modelId="{E8C65E9B-7577-49F6-9D17-BE7135BDECB7}" type="sibTrans" cxnId="{C3C54F3B-9589-4255-AAEA-D197D66783F6}">
      <dgm:prSet/>
      <dgm:spPr/>
      <dgm:t>
        <a:bodyPr/>
        <a:lstStyle/>
        <a:p>
          <a:endParaRPr lang="en-IN"/>
        </a:p>
      </dgm:t>
    </dgm:pt>
    <dgm:pt modelId="{A3C8EDD9-69FA-45FB-9865-E3F14EB0454F}">
      <dgm:prSet custT="1"/>
      <dgm:spPr/>
      <dgm:t>
        <a:bodyPr/>
        <a:lstStyle/>
        <a:p>
          <a:r>
            <a:rPr lang="en-US" sz="1000" b="1">
              <a:latin typeface="Yu Gothic" panose="020B0400000000000000" pitchFamily="34" charset="-128"/>
              <a:ea typeface="Yu Gothic" panose="020B0400000000000000" pitchFamily="34" charset="-128"/>
            </a:rPr>
            <a:t>SOC L2</a:t>
          </a:r>
          <a:endParaRPr lang="en-US" sz="1000" b="1" dirty="0">
            <a:latin typeface="Yu Gothic" panose="020B0400000000000000" pitchFamily="34" charset="-128"/>
            <a:ea typeface="Yu Gothic" panose="020B0400000000000000" pitchFamily="34" charset="-128"/>
          </a:endParaRPr>
        </a:p>
      </dgm:t>
    </dgm:pt>
    <dgm:pt modelId="{E6E5B594-5BCC-4B26-A0E4-91E049B64B58}" type="parTrans" cxnId="{B87D7930-75AB-4F41-BC93-ED0767156877}">
      <dgm:prSet/>
      <dgm:spPr/>
      <dgm:t>
        <a:bodyPr/>
        <a:lstStyle/>
        <a:p>
          <a:endParaRPr lang="en-IN" sz="1000">
            <a:latin typeface="Yu Gothic" panose="020B0400000000000000" pitchFamily="34" charset="-128"/>
            <a:ea typeface="Yu Gothic" panose="020B0400000000000000" pitchFamily="34" charset="-128"/>
          </a:endParaRPr>
        </a:p>
      </dgm:t>
    </dgm:pt>
    <dgm:pt modelId="{287A3BC8-8FE9-4FF2-BC6C-5ECF9A80AFD1}" type="sibTrans" cxnId="{B87D7930-75AB-4F41-BC93-ED0767156877}">
      <dgm:prSet/>
      <dgm:spPr/>
      <dgm:t>
        <a:bodyPr/>
        <a:lstStyle/>
        <a:p>
          <a:endParaRPr lang="en-IN"/>
        </a:p>
      </dgm:t>
    </dgm:pt>
    <dgm:pt modelId="{100B635B-19F5-4D0B-968E-84F6A4C87516}">
      <dgm:prSet custT="1"/>
      <dgm:spPr/>
      <dgm:t>
        <a:bodyPr/>
        <a:lstStyle/>
        <a:p>
          <a:r>
            <a:rPr lang="en-US" sz="1000" b="1" dirty="0">
              <a:latin typeface="Yu Gothic" panose="020B0400000000000000" pitchFamily="34" charset="-128"/>
              <a:ea typeface="Yu Gothic" panose="020B0400000000000000" pitchFamily="34" charset="-128"/>
            </a:rPr>
            <a:t>SOC L3</a:t>
          </a:r>
        </a:p>
      </dgm:t>
    </dgm:pt>
    <dgm:pt modelId="{E3E74F59-3F0E-4EEF-A95D-26F6D28620C6}" type="parTrans" cxnId="{1B82A02C-9851-43EE-9659-9A3FD6339739}">
      <dgm:prSet/>
      <dgm:spPr/>
      <dgm:t>
        <a:bodyPr/>
        <a:lstStyle/>
        <a:p>
          <a:endParaRPr lang="en-IN" sz="1000">
            <a:latin typeface="Yu Gothic" panose="020B0400000000000000" pitchFamily="34" charset="-128"/>
            <a:ea typeface="Yu Gothic" panose="020B0400000000000000" pitchFamily="34" charset="-128"/>
          </a:endParaRPr>
        </a:p>
      </dgm:t>
    </dgm:pt>
    <dgm:pt modelId="{387CCA68-5A55-4134-AB70-229CC5D1F99B}" type="sibTrans" cxnId="{1B82A02C-9851-43EE-9659-9A3FD6339739}">
      <dgm:prSet/>
      <dgm:spPr/>
      <dgm:t>
        <a:bodyPr/>
        <a:lstStyle/>
        <a:p>
          <a:endParaRPr lang="en-IN"/>
        </a:p>
      </dgm:t>
    </dgm:pt>
    <dgm:pt modelId="{DA082FC6-CEB7-4C28-BE1C-7A07147C0630}">
      <dgm:prSet phldrT="[Text]" custT="1"/>
      <dgm:spPr/>
      <dgm:t>
        <a:bodyPr/>
        <a:lstStyle/>
        <a:p>
          <a:r>
            <a:rPr lang="en-US" sz="1000" b="1">
              <a:latin typeface="Yu Gothic" panose="020B0400000000000000" pitchFamily="34" charset="-128"/>
              <a:ea typeface="Yu Gothic" panose="020B0400000000000000" pitchFamily="34" charset="-128"/>
            </a:rPr>
            <a:t>Threat Intelligence Manager</a:t>
          </a:r>
          <a:endParaRPr lang="en-US" sz="1000" b="1" dirty="0">
            <a:latin typeface="Yu Gothic" panose="020B0400000000000000" pitchFamily="34" charset="-128"/>
            <a:ea typeface="Yu Gothic" panose="020B0400000000000000" pitchFamily="34" charset="-128"/>
          </a:endParaRPr>
        </a:p>
      </dgm:t>
    </dgm:pt>
    <dgm:pt modelId="{DADE5634-0EE2-4932-ADF3-762CAB7A1BC9}" type="parTrans" cxnId="{2A6669AA-D969-419E-A96C-4E19A882A550}">
      <dgm:prSet/>
      <dgm:spPr/>
      <dgm:t>
        <a:bodyPr/>
        <a:lstStyle/>
        <a:p>
          <a:endParaRPr lang="en-IN" sz="1000">
            <a:latin typeface="Yu Gothic" panose="020B0400000000000000" pitchFamily="34" charset="-128"/>
            <a:ea typeface="Yu Gothic" panose="020B0400000000000000" pitchFamily="34" charset="-128"/>
          </a:endParaRPr>
        </a:p>
      </dgm:t>
    </dgm:pt>
    <dgm:pt modelId="{1D990E49-68AA-4DA1-9A8C-4442DB9BE831}" type="sibTrans" cxnId="{2A6669AA-D969-419E-A96C-4E19A882A550}">
      <dgm:prSet/>
      <dgm:spPr/>
      <dgm:t>
        <a:bodyPr/>
        <a:lstStyle/>
        <a:p>
          <a:endParaRPr lang="en-IN"/>
        </a:p>
      </dgm:t>
    </dgm:pt>
    <dgm:pt modelId="{52E3AA67-0314-4E1D-9E8D-AA6105685884}">
      <dgm:prSet custT="1"/>
      <dgm:spPr/>
      <dgm:t>
        <a:bodyPr/>
        <a:lstStyle/>
        <a:p>
          <a:r>
            <a:rPr lang="en-US" sz="1000" b="1" dirty="0">
              <a:latin typeface="Yu Gothic" panose="020B0400000000000000" pitchFamily="34" charset="-128"/>
              <a:ea typeface="Yu Gothic" panose="020B0400000000000000" pitchFamily="34" charset="-128"/>
            </a:rPr>
            <a:t>Enterprise Architect</a:t>
          </a:r>
        </a:p>
      </dgm:t>
    </dgm:pt>
    <dgm:pt modelId="{FBCFE6F2-BECD-4C21-AAF5-9F706C541651}" type="parTrans" cxnId="{82023F4B-F46C-4389-9CBF-F346ACC24F0C}">
      <dgm:prSet/>
      <dgm:spPr/>
      <dgm:t>
        <a:bodyPr/>
        <a:lstStyle/>
        <a:p>
          <a:endParaRPr lang="en-IN" sz="1000">
            <a:latin typeface="Yu Gothic" panose="020B0400000000000000" pitchFamily="34" charset="-128"/>
            <a:ea typeface="Yu Gothic" panose="020B0400000000000000" pitchFamily="34" charset="-128"/>
          </a:endParaRPr>
        </a:p>
      </dgm:t>
    </dgm:pt>
    <dgm:pt modelId="{2CB51283-409C-4D72-A17C-478D108EC8B7}" type="sibTrans" cxnId="{82023F4B-F46C-4389-9CBF-F346ACC24F0C}">
      <dgm:prSet/>
      <dgm:spPr/>
      <dgm:t>
        <a:bodyPr/>
        <a:lstStyle/>
        <a:p>
          <a:endParaRPr lang="en-IN"/>
        </a:p>
      </dgm:t>
    </dgm:pt>
    <dgm:pt modelId="{33E9EE16-10F1-4A31-BCE8-5229263D756D}">
      <dgm:prSet custT="1"/>
      <dgm:spPr/>
      <dgm:t>
        <a:bodyPr/>
        <a:lstStyle/>
        <a:p>
          <a:r>
            <a:rPr lang="en-US" sz="1000" b="1" dirty="0">
              <a:latin typeface="Yu Gothic" panose="020B0400000000000000" pitchFamily="34" charset="-128"/>
              <a:ea typeface="Yu Gothic" panose="020B0400000000000000" pitchFamily="34" charset="-128"/>
            </a:rPr>
            <a:t>Cloud Architect</a:t>
          </a:r>
          <a:endParaRPr lang="en-IN" sz="1000">
            <a:latin typeface="Yu Gothic" panose="020B0400000000000000" pitchFamily="34" charset="-128"/>
            <a:ea typeface="Yu Gothic" panose="020B0400000000000000" pitchFamily="34" charset="-128"/>
          </a:endParaRPr>
        </a:p>
      </dgm:t>
    </dgm:pt>
    <dgm:pt modelId="{8E212715-1532-449B-8DE2-B733A01EAD42}" type="parTrans" cxnId="{F6AF4B67-C43D-4160-A610-565AB36A93C2}">
      <dgm:prSet/>
      <dgm:spPr/>
      <dgm:t>
        <a:bodyPr/>
        <a:lstStyle/>
        <a:p>
          <a:endParaRPr lang="en-IN" sz="1000">
            <a:latin typeface="Yu Gothic" panose="020B0400000000000000" pitchFamily="34" charset="-128"/>
            <a:ea typeface="Yu Gothic" panose="020B0400000000000000" pitchFamily="34" charset="-128"/>
          </a:endParaRPr>
        </a:p>
      </dgm:t>
    </dgm:pt>
    <dgm:pt modelId="{D1902289-4796-4D41-A51E-C858A0AAF829}" type="sibTrans" cxnId="{F6AF4B67-C43D-4160-A610-565AB36A93C2}">
      <dgm:prSet/>
      <dgm:spPr/>
      <dgm:t>
        <a:bodyPr/>
        <a:lstStyle/>
        <a:p>
          <a:endParaRPr lang="en-IN"/>
        </a:p>
      </dgm:t>
    </dgm:pt>
    <dgm:pt modelId="{FD232244-93C4-4CB9-BC2D-C0EABD980E71}">
      <dgm:prSet phldrT="[Text]" custT="1"/>
      <dgm:spPr/>
      <dgm:t>
        <a:bodyPr/>
        <a:lstStyle/>
        <a:p>
          <a:r>
            <a:rPr lang="en-US" sz="1000" b="1" dirty="0">
              <a:latin typeface="Yu Gothic" panose="020B0400000000000000" pitchFamily="34" charset="-128"/>
              <a:ea typeface="Yu Gothic" panose="020B0400000000000000" pitchFamily="34" charset="-128"/>
            </a:rPr>
            <a:t>Red Team Manager</a:t>
          </a:r>
        </a:p>
      </dgm:t>
    </dgm:pt>
    <dgm:pt modelId="{ECB58212-B05A-433B-BF12-E4200185A503}" type="parTrans" cxnId="{F6AC2AA1-2216-4749-8310-6C6E7B76DE1F}">
      <dgm:prSet/>
      <dgm:spPr/>
      <dgm:t>
        <a:bodyPr/>
        <a:lstStyle/>
        <a:p>
          <a:endParaRPr lang="en-IN" sz="1000">
            <a:latin typeface="Yu Gothic" panose="020B0400000000000000" pitchFamily="34" charset="-128"/>
            <a:ea typeface="Yu Gothic" panose="020B0400000000000000" pitchFamily="34" charset="-128"/>
          </a:endParaRPr>
        </a:p>
      </dgm:t>
    </dgm:pt>
    <dgm:pt modelId="{1D88A1D5-D171-45BB-8DEE-A7140697DC14}" type="sibTrans" cxnId="{F6AC2AA1-2216-4749-8310-6C6E7B76DE1F}">
      <dgm:prSet/>
      <dgm:spPr/>
      <dgm:t>
        <a:bodyPr/>
        <a:lstStyle/>
        <a:p>
          <a:endParaRPr lang="en-IN"/>
        </a:p>
      </dgm:t>
    </dgm:pt>
    <dgm:pt modelId="{E99D9F2F-82CE-4442-8CCB-D45C4087EC29}">
      <dgm:prSet custT="1"/>
      <dgm:spPr/>
      <dgm:t>
        <a:bodyPr/>
        <a:lstStyle/>
        <a:p>
          <a:r>
            <a:rPr lang="en-US" sz="1000" b="1" dirty="0">
              <a:latin typeface="Yu Gothic" panose="020B0400000000000000" pitchFamily="34" charset="-128"/>
              <a:ea typeface="Yu Gothic" panose="020B0400000000000000" pitchFamily="34" charset="-128"/>
            </a:rPr>
            <a:t>Pentest L1</a:t>
          </a:r>
        </a:p>
      </dgm:t>
    </dgm:pt>
    <dgm:pt modelId="{81D0565B-0100-45D4-A549-54685C93E51B}" type="parTrans" cxnId="{3FC0DD4F-9563-410F-AA2E-301BCB8C0B77}">
      <dgm:prSet/>
      <dgm:spPr/>
      <dgm:t>
        <a:bodyPr/>
        <a:lstStyle/>
        <a:p>
          <a:endParaRPr lang="en-IN" sz="1000">
            <a:latin typeface="Yu Gothic" panose="020B0400000000000000" pitchFamily="34" charset="-128"/>
            <a:ea typeface="Yu Gothic" panose="020B0400000000000000" pitchFamily="34" charset="-128"/>
          </a:endParaRPr>
        </a:p>
      </dgm:t>
    </dgm:pt>
    <dgm:pt modelId="{9B869A10-D3A9-4646-A49B-15287226CDBC}" type="sibTrans" cxnId="{3FC0DD4F-9563-410F-AA2E-301BCB8C0B77}">
      <dgm:prSet/>
      <dgm:spPr/>
      <dgm:t>
        <a:bodyPr/>
        <a:lstStyle/>
        <a:p>
          <a:endParaRPr lang="en-IN"/>
        </a:p>
      </dgm:t>
    </dgm:pt>
    <dgm:pt modelId="{85099202-FE47-440D-A5C6-14F1747DF216}">
      <dgm:prSet custT="1"/>
      <dgm:spPr/>
      <dgm:t>
        <a:bodyPr/>
        <a:lstStyle/>
        <a:p>
          <a:r>
            <a:rPr lang="en-US" sz="1000" b="1" dirty="0">
              <a:latin typeface="Yu Gothic" panose="020B0400000000000000" pitchFamily="34" charset="-128"/>
              <a:ea typeface="Yu Gothic" panose="020B0400000000000000" pitchFamily="34" charset="-128"/>
            </a:rPr>
            <a:t>PenTest L2</a:t>
          </a:r>
        </a:p>
      </dgm:t>
    </dgm:pt>
    <dgm:pt modelId="{EB91BF2D-DC25-4A75-88EA-549D335414B6}" type="parTrans" cxnId="{4BB89DC9-2059-421D-8FD7-EB1462E6B1FA}">
      <dgm:prSet/>
      <dgm:spPr/>
      <dgm:t>
        <a:bodyPr/>
        <a:lstStyle/>
        <a:p>
          <a:endParaRPr lang="en-IN" sz="1000">
            <a:latin typeface="Yu Gothic" panose="020B0400000000000000" pitchFamily="34" charset="-128"/>
            <a:ea typeface="Yu Gothic" panose="020B0400000000000000" pitchFamily="34" charset="-128"/>
          </a:endParaRPr>
        </a:p>
      </dgm:t>
    </dgm:pt>
    <dgm:pt modelId="{CB63EAB7-BCA9-452E-9BCF-71ADF9CAEBB4}" type="sibTrans" cxnId="{4BB89DC9-2059-421D-8FD7-EB1462E6B1FA}">
      <dgm:prSet/>
      <dgm:spPr/>
      <dgm:t>
        <a:bodyPr/>
        <a:lstStyle/>
        <a:p>
          <a:endParaRPr lang="en-IN"/>
        </a:p>
      </dgm:t>
    </dgm:pt>
    <dgm:pt modelId="{AEBE8411-CD69-4CF5-91CE-3D28B6A425C5}">
      <dgm:prSet custT="1"/>
      <dgm:spPr/>
      <dgm:t>
        <a:bodyPr/>
        <a:lstStyle/>
        <a:p>
          <a:r>
            <a:rPr lang="en-US" sz="1000" b="1">
              <a:latin typeface="Yu Gothic" panose="020B0400000000000000" pitchFamily="34" charset="-128"/>
              <a:ea typeface="Yu Gothic" panose="020B0400000000000000" pitchFamily="34" charset="-128"/>
            </a:rPr>
            <a:t>PenTest L3</a:t>
          </a:r>
          <a:endParaRPr lang="en-US" sz="1000" b="1" dirty="0">
            <a:latin typeface="Yu Gothic" panose="020B0400000000000000" pitchFamily="34" charset="-128"/>
            <a:ea typeface="Yu Gothic" panose="020B0400000000000000" pitchFamily="34" charset="-128"/>
          </a:endParaRPr>
        </a:p>
      </dgm:t>
    </dgm:pt>
    <dgm:pt modelId="{C8D74D91-7A33-4B93-AE2F-283961CDA5B5}" type="parTrans" cxnId="{24A52EB1-0EF3-406E-A841-87EB74DFEF4C}">
      <dgm:prSet/>
      <dgm:spPr/>
      <dgm:t>
        <a:bodyPr/>
        <a:lstStyle/>
        <a:p>
          <a:endParaRPr lang="en-IN" sz="1000">
            <a:latin typeface="Yu Gothic" panose="020B0400000000000000" pitchFamily="34" charset="-128"/>
            <a:ea typeface="Yu Gothic" panose="020B0400000000000000" pitchFamily="34" charset="-128"/>
          </a:endParaRPr>
        </a:p>
      </dgm:t>
    </dgm:pt>
    <dgm:pt modelId="{EA58687B-4355-4920-8B4C-B88C2EB3083B}" type="sibTrans" cxnId="{24A52EB1-0EF3-406E-A841-87EB74DFEF4C}">
      <dgm:prSet/>
      <dgm:spPr/>
      <dgm:t>
        <a:bodyPr/>
        <a:lstStyle/>
        <a:p>
          <a:endParaRPr lang="en-IN"/>
        </a:p>
      </dgm:t>
    </dgm:pt>
    <dgm:pt modelId="{9C25C2CB-4B84-40D8-8500-3CC566C77DD4}" type="pres">
      <dgm:prSet presAssocID="{9EFAFD96-3601-4F17-BB82-DBBBA6C512D5}" presName="Name0" presStyleCnt="0">
        <dgm:presLayoutVars>
          <dgm:chPref val="1"/>
          <dgm:dir/>
          <dgm:animOne val="branch"/>
          <dgm:animLvl val="lvl"/>
          <dgm:resizeHandles/>
        </dgm:presLayoutVars>
      </dgm:prSet>
      <dgm:spPr/>
    </dgm:pt>
    <dgm:pt modelId="{F7E30DCE-92D4-4F36-ACF6-C81E272AB2E6}" type="pres">
      <dgm:prSet presAssocID="{19599602-9E94-449B-AE02-46C30491E28C}" presName="vertOne" presStyleCnt="0"/>
      <dgm:spPr/>
    </dgm:pt>
    <dgm:pt modelId="{1AA092DC-7D27-4103-943E-C8639682C476}" type="pres">
      <dgm:prSet presAssocID="{19599602-9E94-449B-AE02-46C30491E28C}" presName="txOne" presStyleLbl="node0" presStyleIdx="0" presStyleCnt="1">
        <dgm:presLayoutVars>
          <dgm:chPref val="3"/>
        </dgm:presLayoutVars>
      </dgm:prSet>
      <dgm:spPr/>
    </dgm:pt>
    <dgm:pt modelId="{4E983229-66FB-4BBA-8970-517809BE9CE1}" type="pres">
      <dgm:prSet presAssocID="{19599602-9E94-449B-AE02-46C30491E28C}" presName="parTransOne" presStyleCnt="0"/>
      <dgm:spPr/>
    </dgm:pt>
    <dgm:pt modelId="{0C8E34FD-A566-4B47-9666-4BF4F1FC859E}" type="pres">
      <dgm:prSet presAssocID="{19599602-9E94-449B-AE02-46C30491E28C}" presName="horzOne" presStyleCnt="0"/>
      <dgm:spPr/>
    </dgm:pt>
    <dgm:pt modelId="{82534D56-7568-4293-BEAA-1DA243D82AE3}" type="pres">
      <dgm:prSet presAssocID="{6FD54DCC-0420-4B69-949E-C600DAC3EA80}" presName="vertTwo" presStyleCnt="0"/>
      <dgm:spPr/>
    </dgm:pt>
    <dgm:pt modelId="{7B100131-34EC-4BBE-83F1-F932A72558FB}" type="pres">
      <dgm:prSet presAssocID="{6FD54DCC-0420-4B69-949E-C600DAC3EA80}" presName="txTwo" presStyleLbl="node2" presStyleIdx="0" presStyleCnt="3">
        <dgm:presLayoutVars>
          <dgm:chPref val="3"/>
        </dgm:presLayoutVars>
      </dgm:prSet>
      <dgm:spPr/>
    </dgm:pt>
    <dgm:pt modelId="{89E38834-1B86-41C6-9543-0C6DD56422F9}" type="pres">
      <dgm:prSet presAssocID="{6FD54DCC-0420-4B69-949E-C600DAC3EA80}" presName="parTransTwo" presStyleCnt="0"/>
      <dgm:spPr/>
    </dgm:pt>
    <dgm:pt modelId="{8197D1F2-7D73-4B73-A2A7-9042A97D8C29}" type="pres">
      <dgm:prSet presAssocID="{6FD54DCC-0420-4B69-949E-C600DAC3EA80}" presName="horzTwo" presStyleCnt="0"/>
      <dgm:spPr/>
    </dgm:pt>
    <dgm:pt modelId="{583BE4D7-3860-47AA-9706-AA9229B58AD9}" type="pres">
      <dgm:prSet presAssocID="{FD232244-93C4-4CB9-BC2D-C0EABD980E71}" presName="vertThree" presStyleCnt="0"/>
      <dgm:spPr/>
    </dgm:pt>
    <dgm:pt modelId="{0DCF9C8C-3F74-4BF6-BEBF-8EF6C71D2449}" type="pres">
      <dgm:prSet presAssocID="{FD232244-93C4-4CB9-BC2D-C0EABD980E71}" presName="txThree" presStyleLbl="node3" presStyleIdx="0" presStyleCnt="7">
        <dgm:presLayoutVars>
          <dgm:chPref val="3"/>
        </dgm:presLayoutVars>
      </dgm:prSet>
      <dgm:spPr/>
    </dgm:pt>
    <dgm:pt modelId="{D30E5143-720C-4136-9C5A-8B46E3E94EB7}" type="pres">
      <dgm:prSet presAssocID="{FD232244-93C4-4CB9-BC2D-C0EABD980E71}" presName="parTransThree" presStyleCnt="0"/>
      <dgm:spPr/>
    </dgm:pt>
    <dgm:pt modelId="{5DD77A86-06C5-4C37-9ED7-9BFBC5E9200B}" type="pres">
      <dgm:prSet presAssocID="{FD232244-93C4-4CB9-BC2D-C0EABD980E71}" presName="horzThree" presStyleCnt="0"/>
      <dgm:spPr/>
    </dgm:pt>
    <dgm:pt modelId="{57674B9F-3E0D-4EAF-9747-52AC15BF51F6}" type="pres">
      <dgm:prSet presAssocID="{E99D9F2F-82CE-4442-8CCB-D45C4087EC29}" presName="vertFour" presStyleCnt="0">
        <dgm:presLayoutVars>
          <dgm:chPref val="3"/>
        </dgm:presLayoutVars>
      </dgm:prSet>
      <dgm:spPr/>
    </dgm:pt>
    <dgm:pt modelId="{2A492390-34B9-445F-ADC5-46A9E057BB59}" type="pres">
      <dgm:prSet presAssocID="{E99D9F2F-82CE-4442-8CCB-D45C4087EC29}" presName="txFour" presStyleLbl="node4" presStyleIdx="0" presStyleCnt="11">
        <dgm:presLayoutVars>
          <dgm:chPref val="3"/>
        </dgm:presLayoutVars>
      </dgm:prSet>
      <dgm:spPr/>
    </dgm:pt>
    <dgm:pt modelId="{12C4C28B-08AC-4352-B668-4857F4FED860}" type="pres">
      <dgm:prSet presAssocID="{E99D9F2F-82CE-4442-8CCB-D45C4087EC29}" presName="horzFour" presStyleCnt="0"/>
      <dgm:spPr/>
    </dgm:pt>
    <dgm:pt modelId="{55A60AC6-2093-45B6-8DB4-4FDBD475591E}" type="pres">
      <dgm:prSet presAssocID="{9B869A10-D3A9-4646-A49B-15287226CDBC}" presName="sibSpaceFour" presStyleCnt="0"/>
      <dgm:spPr/>
    </dgm:pt>
    <dgm:pt modelId="{9B2C8224-95C7-4E03-9A93-2CCA72951DC3}" type="pres">
      <dgm:prSet presAssocID="{85099202-FE47-440D-A5C6-14F1747DF216}" presName="vertFour" presStyleCnt="0">
        <dgm:presLayoutVars>
          <dgm:chPref val="3"/>
        </dgm:presLayoutVars>
      </dgm:prSet>
      <dgm:spPr/>
    </dgm:pt>
    <dgm:pt modelId="{708FADF7-FF48-4371-9BB9-59AB0F3BC145}" type="pres">
      <dgm:prSet presAssocID="{85099202-FE47-440D-A5C6-14F1747DF216}" presName="txFour" presStyleLbl="node4" presStyleIdx="1" presStyleCnt="11">
        <dgm:presLayoutVars>
          <dgm:chPref val="3"/>
        </dgm:presLayoutVars>
      </dgm:prSet>
      <dgm:spPr/>
    </dgm:pt>
    <dgm:pt modelId="{99F77453-C45D-4B17-9470-F63E816D5691}" type="pres">
      <dgm:prSet presAssocID="{85099202-FE47-440D-A5C6-14F1747DF216}" presName="horzFour" presStyleCnt="0"/>
      <dgm:spPr/>
    </dgm:pt>
    <dgm:pt modelId="{A8017F66-7C31-448D-8AD9-C3C8C8CB8273}" type="pres">
      <dgm:prSet presAssocID="{CB63EAB7-BCA9-452E-9BCF-71ADF9CAEBB4}" presName="sibSpaceFour" presStyleCnt="0"/>
      <dgm:spPr/>
    </dgm:pt>
    <dgm:pt modelId="{2FBC147B-E253-407F-AF12-395035EAABC3}" type="pres">
      <dgm:prSet presAssocID="{AEBE8411-CD69-4CF5-91CE-3D28B6A425C5}" presName="vertFour" presStyleCnt="0">
        <dgm:presLayoutVars>
          <dgm:chPref val="3"/>
        </dgm:presLayoutVars>
      </dgm:prSet>
      <dgm:spPr/>
    </dgm:pt>
    <dgm:pt modelId="{DD8B3D11-1234-43B2-853C-ACBB9CB1EBAC}" type="pres">
      <dgm:prSet presAssocID="{AEBE8411-CD69-4CF5-91CE-3D28B6A425C5}" presName="txFour" presStyleLbl="node4" presStyleIdx="2" presStyleCnt="11">
        <dgm:presLayoutVars>
          <dgm:chPref val="3"/>
        </dgm:presLayoutVars>
      </dgm:prSet>
      <dgm:spPr/>
    </dgm:pt>
    <dgm:pt modelId="{29BDF14F-6545-489B-8D8D-554F045BCE1C}" type="pres">
      <dgm:prSet presAssocID="{AEBE8411-CD69-4CF5-91CE-3D28B6A425C5}" presName="horzFour" presStyleCnt="0"/>
      <dgm:spPr/>
    </dgm:pt>
    <dgm:pt modelId="{8061865E-FAB2-4719-A478-6EE0C09DBC84}" type="pres">
      <dgm:prSet presAssocID="{CE57F18C-7754-4245-BB8D-0DDD9139AB8E}" presName="sibSpaceTwo" presStyleCnt="0"/>
      <dgm:spPr/>
    </dgm:pt>
    <dgm:pt modelId="{A2988047-F601-463F-9A64-EA07C7719BE1}" type="pres">
      <dgm:prSet presAssocID="{3378893F-0227-4C99-A5BE-F0441622DD25}" presName="vertTwo" presStyleCnt="0"/>
      <dgm:spPr/>
    </dgm:pt>
    <dgm:pt modelId="{2A1D7768-E0B0-4A84-95E0-ED4A7E5AC7F3}" type="pres">
      <dgm:prSet presAssocID="{3378893F-0227-4C99-A5BE-F0441622DD25}" presName="txTwo" presStyleLbl="node2" presStyleIdx="1" presStyleCnt="3">
        <dgm:presLayoutVars>
          <dgm:chPref val="3"/>
        </dgm:presLayoutVars>
      </dgm:prSet>
      <dgm:spPr/>
    </dgm:pt>
    <dgm:pt modelId="{5F9B9D6E-6115-4CE4-8937-4FCD827E81D0}" type="pres">
      <dgm:prSet presAssocID="{3378893F-0227-4C99-A5BE-F0441622DD25}" presName="parTransTwo" presStyleCnt="0"/>
      <dgm:spPr/>
    </dgm:pt>
    <dgm:pt modelId="{0FAB9FB5-184E-40BC-A3A7-D4810DF9C37E}" type="pres">
      <dgm:prSet presAssocID="{3378893F-0227-4C99-A5BE-F0441622DD25}" presName="horzTwo" presStyleCnt="0"/>
      <dgm:spPr/>
    </dgm:pt>
    <dgm:pt modelId="{4B974A3D-77D3-4A6F-9436-4599B7D1166F}" type="pres">
      <dgm:prSet presAssocID="{D6D663EA-8C9E-4A6C-8696-EA6202B67EB8}" presName="vertThree" presStyleCnt="0"/>
      <dgm:spPr/>
    </dgm:pt>
    <dgm:pt modelId="{E0CEF41C-E5DE-4E52-804D-97AE8FCD65AA}" type="pres">
      <dgm:prSet presAssocID="{D6D663EA-8C9E-4A6C-8696-EA6202B67EB8}" presName="txThree" presStyleLbl="node3" presStyleIdx="1" presStyleCnt="7">
        <dgm:presLayoutVars>
          <dgm:chPref val="3"/>
        </dgm:presLayoutVars>
      </dgm:prSet>
      <dgm:spPr/>
    </dgm:pt>
    <dgm:pt modelId="{A5F2412E-A073-4159-9102-2F2587CDEC32}" type="pres">
      <dgm:prSet presAssocID="{D6D663EA-8C9E-4A6C-8696-EA6202B67EB8}" presName="parTransThree" presStyleCnt="0"/>
      <dgm:spPr/>
    </dgm:pt>
    <dgm:pt modelId="{03EB3F9B-0569-4B7E-8FC5-E96E9D4DCC23}" type="pres">
      <dgm:prSet presAssocID="{D6D663EA-8C9E-4A6C-8696-EA6202B67EB8}" presName="horzThree" presStyleCnt="0"/>
      <dgm:spPr/>
    </dgm:pt>
    <dgm:pt modelId="{1EE95E22-ED25-4951-9311-6D7A073C0157}" type="pres">
      <dgm:prSet presAssocID="{52E3AA67-0314-4E1D-9E8D-AA6105685884}" presName="vertFour" presStyleCnt="0">
        <dgm:presLayoutVars>
          <dgm:chPref val="3"/>
        </dgm:presLayoutVars>
      </dgm:prSet>
      <dgm:spPr/>
    </dgm:pt>
    <dgm:pt modelId="{EC5B6648-D547-4342-8C9E-D3E0D3D27826}" type="pres">
      <dgm:prSet presAssocID="{52E3AA67-0314-4E1D-9E8D-AA6105685884}" presName="txFour" presStyleLbl="node4" presStyleIdx="3" presStyleCnt="11">
        <dgm:presLayoutVars>
          <dgm:chPref val="3"/>
        </dgm:presLayoutVars>
      </dgm:prSet>
      <dgm:spPr/>
    </dgm:pt>
    <dgm:pt modelId="{FCE10233-80E9-4EF8-AFAE-5AABFFBC53B6}" type="pres">
      <dgm:prSet presAssocID="{52E3AA67-0314-4E1D-9E8D-AA6105685884}" presName="horzFour" presStyleCnt="0"/>
      <dgm:spPr/>
    </dgm:pt>
    <dgm:pt modelId="{99FCBCED-D743-4A74-B2BE-FF9A59698776}" type="pres">
      <dgm:prSet presAssocID="{2CB51283-409C-4D72-A17C-478D108EC8B7}" presName="sibSpaceFour" presStyleCnt="0"/>
      <dgm:spPr/>
    </dgm:pt>
    <dgm:pt modelId="{711EADE7-C5F4-415E-926C-C9EC31AC58C5}" type="pres">
      <dgm:prSet presAssocID="{33E9EE16-10F1-4A31-BCE8-5229263D756D}" presName="vertFour" presStyleCnt="0">
        <dgm:presLayoutVars>
          <dgm:chPref val="3"/>
        </dgm:presLayoutVars>
      </dgm:prSet>
      <dgm:spPr/>
    </dgm:pt>
    <dgm:pt modelId="{707B511B-CDFA-43DA-9027-531AAA6303F0}" type="pres">
      <dgm:prSet presAssocID="{33E9EE16-10F1-4A31-BCE8-5229263D756D}" presName="txFour" presStyleLbl="node4" presStyleIdx="4" presStyleCnt="11">
        <dgm:presLayoutVars>
          <dgm:chPref val="3"/>
        </dgm:presLayoutVars>
      </dgm:prSet>
      <dgm:spPr/>
    </dgm:pt>
    <dgm:pt modelId="{93BC0C9D-6D54-4AA3-844F-CCEEA3B063DA}" type="pres">
      <dgm:prSet presAssocID="{33E9EE16-10F1-4A31-BCE8-5229263D756D}" presName="horzFour" presStyleCnt="0"/>
      <dgm:spPr/>
    </dgm:pt>
    <dgm:pt modelId="{1E7D6FEA-0A05-4121-994E-425D6441B95E}" type="pres">
      <dgm:prSet presAssocID="{350208D2-B2AB-46F5-A396-E4E2016A900E}" presName="sibSpaceThree" presStyleCnt="0"/>
      <dgm:spPr/>
    </dgm:pt>
    <dgm:pt modelId="{E2FF8A57-348F-4C6F-906C-E2F54DB33EAC}" type="pres">
      <dgm:prSet presAssocID="{DA082FC6-CEB7-4C28-BE1C-7A07147C0630}" presName="vertThree" presStyleCnt="0"/>
      <dgm:spPr/>
    </dgm:pt>
    <dgm:pt modelId="{F71BF88C-6B8B-4DD2-A128-B8F295A4B0FC}" type="pres">
      <dgm:prSet presAssocID="{DA082FC6-CEB7-4C28-BE1C-7A07147C0630}" presName="txThree" presStyleLbl="node3" presStyleIdx="2" presStyleCnt="7">
        <dgm:presLayoutVars>
          <dgm:chPref val="3"/>
        </dgm:presLayoutVars>
      </dgm:prSet>
      <dgm:spPr/>
    </dgm:pt>
    <dgm:pt modelId="{B22BD1B9-1766-40B6-B0E5-321EEA000AE7}" type="pres">
      <dgm:prSet presAssocID="{DA082FC6-CEB7-4C28-BE1C-7A07147C0630}" presName="parTransThree" presStyleCnt="0"/>
      <dgm:spPr/>
    </dgm:pt>
    <dgm:pt modelId="{13253ECF-FC08-4C9A-A74C-987CB8523427}" type="pres">
      <dgm:prSet presAssocID="{DA082FC6-CEB7-4C28-BE1C-7A07147C0630}" presName="horzThree" presStyleCnt="0"/>
      <dgm:spPr/>
    </dgm:pt>
    <dgm:pt modelId="{5DCD0908-636D-4FB7-AE72-503E55D91A28}" type="pres">
      <dgm:prSet presAssocID="{A42DED5E-3919-412A-8377-DE6122E1AD30}" presName="vertFour" presStyleCnt="0">
        <dgm:presLayoutVars>
          <dgm:chPref val="3"/>
        </dgm:presLayoutVars>
      </dgm:prSet>
      <dgm:spPr/>
    </dgm:pt>
    <dgm:pt modelId="{9A799A06-7E22-4D1C-BC91-277E4BD57B87}" type="pres">
      <dgm:prSet presAssocID="{A42DED5E-3919-412A-8377-DE6122E1AD30}" presName="txFour" presStyleLbl="node4" presStyleIdx="5" presStyleCnt="11">
        <dgm:presLayoutVars>
          <dgm:chPref val="3"/>
        </dgm:presLayoutVars>
      </dgm:prSet>
      <dgm:spPr/>
    </dgm:pt>
    <dgm:pt modelId="{901E00BA-62F2-49AB-9B60-F3738564645E}" type="pres">
      <dgm:prSet presAssocID="{A42DED5E-3919-412A-8377-DE6122E1AD30}" presName="horzFour" presStyleCnt="0"/>
      <dgm:spPr/>
    </dgm:pt>
    <dgm:pt modelId="{E990B170-CA9D-4647-808C-48B7A42FA230}" type="pres">
      <dgm:prSet presAssocID="{4503E061-C76A-43D4-9951-E6976365CBEB}" presName="sibSpaceFour" presStyleCnt="0"/>
      <dgm:spPr/>
    </dgm:pt>
    <dgm:pt modelId="{C16D265A-9A47-4E8E-A5F9-12CE2F91DEF5}" type="pres">
      <dgm:prSet presAssocID="{36515DAA-DE94-4D05-BF16-8D5E13CADE3A}" presName="vertFour" presStyleCnt="0">
        <dgm:presLayoutVars>
          <dgm:chPref val="3"/>
        </dgm:presLayoutVars>
      </dgm:prSet>
      <dgm:spPr/>
    </dgm:pt>
    <dgm:pt modelId="{6B32F8EC-E2F0-4A76-948C-20DC6E57D90C}" type="pres">
      <dgm:prSet presAssocID="{36515DAA-DE94-4D05-BF16-8D5E13CADE3A}" presName="txFour" presStyleLbl="node4" presStyleIdx="6" presStyleCnt="11">
        <dgm:presLayoutVars>
          <dgm:chPref val="3"/>
        </dgm:presLayoutVars>
      </dgm:prSet>
      <dgm:spPr/>
    </dgm:pt>
    <dgm:pt modelId="{A6903B12-10FE-484E-800E-88484391EBEC}" type="pres">
      <dgm:prSet presAssocID="{36515DAA-DE94-4D05-BF16-8D5E13CADE3A}" presName="horzFour" presStyleCnt="0"/>
      <dgm:spPr/>
    </dgm:pt>
    <dgm:pt modelId="{3A7CF714-7D9B-462B-9B80-0A0482EC4F74}" type="pres">
      <dgm:prSet presAssocID="{D6A2C69D-961B-4FA1-8F05-385D9A2E46C1}" presName="sibSpaceFour" presStyleCnt="0"/>
      <dgm:spPr/>
    </dgm:pt>
    <dgm:pt modelId="{6B7B9070-9AEE-4E14-8B95-7DF50E34C1BE}" type="pres">
      <dgm:prSet presAssocID="{42978307-697D-497A-A2C6-5CE28D391200}" presName="vertFour" presStyleCnt="0">
        <dgm:presLayoutVars>
          <dgm:chPref val="3"/>
        </dgm:presLayoutVars>
      </dgm:prSet>
      <dgm:spPr/>
    </dgm:pt>
    <dgm:pt modelId="{A5D65A60-6EE2-48E9-B5C4-AE97D418BFAA}" type="pres">
      <dgm:prSet presAssocID="{42978307-697D-497A-A2C6-5CE28D391200}" presName="txFour" presStyleLbl="node4" presStyleIdx="7" presStyleCnt="11">
        <dgm:presLayoutVars>
          <dgm:chPref val="3"/>
        </dgm:presLayoutVars>
      </dgm:prSet>
      <dgm:spPr/>
    </dgm:pt>
    <dgm:pt modelId="{B7AAB8C9-DFF9-4411-A53A-FEF32D0C77B5}" type="pres">
      <dgm:prSet presAssocID="{42978307-697D-497A-A2C6-5CE28D391200}" presName="horzFour" presStyleCnt="0"/>
      <dgm:spPr/>
    </dgm:pt>
    <dgm:pt modelId="{C0774FBF-D26A-4D5D-8A52-4309019B70D2}" type="pres">
      <dgm:prSet presAssocID="{CCBAFD97-4529-461C-9401-5C21022322F0}" presName="sibSpaceTwo" presStyleCnt="0"/>
      <dgm:spPr/>
    </dgm:pt>
    <dgm:pt modelId="{A1F509D8-C533-4780-BB9F-6B69A695C8B2}" type="pres">
      <dgm:prSet presAssocID="{0C87090F-02B0-44D5-BD4B-E5AE0D1FA7F1}" presName="vertTwo" presStyleCnt="0"/>
      <dgm:spPr/>
    </dgm:pt>
    <dgm:pt modelId="{CC493497-A5B7-4729-926D-002E8E454180}" type="pres">
      <dgm:prSet presAssocID="{0C87090F-02B0-44D5-BD4B-E5AE0D1FA7F1}" presName="txTwo" presStyleLbl="node2" presStyleIdx="2" presStyleCnt="3">
        <dgm:presLayoutVars>
          <dgm:chPref val="3"/>
        </dgm:presLayoutVars>
      </dgm:prSet>
      <dgm:spPr/>
    </dgm:pt>
    <dgm:pt modelId="{44286F9B-3FD8-4E8A-BE2D-6684785BF610}" type="pres">
      <dgm:prSet presAssocID="{0C87090F-02B0-44D5-BD4B-E5AE0D1FA7F1}" presName="parTransTwo" presStyleCnt="0"/>
      <dgm:spPr/>
    </dgm:pt>
    <dgm:pt modelId="{E594A5C5-211D-40ED-9DAF-B12ACA48D855}" type="pres">
      <dgm:prSet presAssocID="{0C87090F-02B0-44D5-BD4B-E5AE0D1FA7F1}" presName="horzTwo" presStyleCnt="0"/>
      <dgm:spPr/>
    </dgm:pt>
    <dgm:pt modelId="{6D678B34-B556-459A-AAD7-789BAD9BC36B}" type="pres">
      <dgm:prSet presAssocID="{A97D053E-A973-4364-B69E-A280008FFC90}" presName="vertThree" presStyleCnt="0"/>
      <dgm:spPr/>
    </dgm:pt>
    <dgm:pt modelId="{769FC1B0-7005-4E0B-AB19-BE065CD8C0B0}" type="pres">
      <dgm:prSet presAssocID="{A97D053E-A973-4364-B69E-A280008FFC90}" presName="txThree" presStyleLbl="node3" presStyleIdx="3" presStyleCnt="7">
        <dgm:presLayoutVars>
          <dgm:chPref val="3"/>
        </dgm:presLayoutVars>
      </dgm:prSet>
      <dgm:spPr/>
    </dgm:pt>
    <dgm:pt modelId="{65D22CC8-60B0-4928-8018-E7ACBECA8B06}" type="pres">
      <dgm:prSet presAssocID="{A97D053E-A973-4364-B69E-A280008FFC90}" presName="parTransThree" presStyleCnt="0"/>
      <dgm:spPr/>
    </dgm:pt>
    <dgm:pt modelId="{3A52EBDC-0A6B-4A39-92B5-988145289ED2}" type="pres">
      <dgm:prSet presAssocID="{A97D053E-A973-4364-B69E-A280008FFC90}" presName="horzThree" presStyleCnt="0"/>
      <dgm:spPr/>
    </dgm:pt>
    <dgm:pt modelId="{C1DE5075-D04A-4D97-B973-59B91069EF44}" type="pres">
      <dgm:prSet presAssocID="{BF1D701A-DD2D-4121-8BFA-FBE1FBF81F9E}" presName="vertFour" presStyleCnt="0">
        <dgm:presLayoutVars>
          <dgm:chPref val="3"/>
        </dgm:presLayoutVars>
      </dgm:prSet>
      <dgm:spPr/>
    </dgm:pt>
    <dgm:pt modelId="{29B2A3CC-0AF9-4FD8-9BEE-0E4A6999F895}" type="pres">
      <dgm:prSet presAssocID="{BF1D701A-DD2D-4121-8BFA-FBE1FBF81F9E}" presName="txFour" presStyleLbl="node4" presStyleIdx="8" presStyleCnt="11">
        <dgm:presLayoutVars>
          <dgm:chPref val="3"/>
        </dgm:presLayoutVars>
      </dgm:prSet>
      <dgm:spPr/>
    </dgm:pt>
    <dgm:pt modelId="{A0B6D9AA-7580-4590-9FE6-F16ED75B7832}" type="pres">
      <dgm:prSet presAssocID="{BF1D701A-DD2D-4121-8BFA-FBE1FBF81F9E}" presName="horzFour" presStyleCnt="0"/>
      <dgm:spPr/>
    </dgm:pt>
    <dgm:pt modelId="{162AF3A9-5C8D-42EC-8652-5DABAE821F8D}" type="pres">
      <dgm:prSet presAssocID="{B0000C6F-B2A3-4526-8C16-C73AEA735EAF}" presName="sibSpaceFour" presStyleCnt="0"/>
      <dgm:spPr/>
    </dgm:pt>
    <dgm:pt modelId="{C62B235E-A6AF-41AA-8CA7-5D72382C91CB}" type="pres">
      <dgm:prSet presAssocID="{A3C8EDD9-69FA-45FB-9865-E3F14EB0454F}" presName="vertFour" presStyleCnt="0">
        <dgm:presLayoutVars>
          <dgm:chPref val="3"/>
        </dgm:presLayoutVars>
      </dgm:prSet>
      <dgm:spPr/>
    </dgm:pt>
    <dgm:pt modelId="{85121222-EE99-43F8-B7B5-EBEF342D2AF7}" type="pres">
      <dgm:prSet presAssocID="{A3C8EDD9-69FA-45FB-9865-E3F14EB0454F}" presName="txFour" presStyleLbl="node4" presStyleIdx="9" presStyleCnt="11">
        <dgm:presLayoutVars>
          <dgm:chPref val="3"/>
        </dgm:presLayoutVars>
      </dgm:prSet>
      <dgm:spPr/>
    </dgm:pt>
    <dgm:pt modelId="{60495994-839E-4465-8133-D9006B184AB0}" type="pres">
      <dgm:prSet presAssocID="{A3C8EDD9-69FA-45FB-9865-E3F14EB0454F}" presName="horzFour" presStyleCnt="0"/>
      <dgm:spPr/>
    </dgm:pt>
    <dgm:pt modelId="{EF65584D-C6FF-48A6-9F96-39BBF042EDA6}" type="pres">
      <dgm:prSet presAssocID="{287A3BC8-8FE9-4FF2-BC6C-5ECF9A80AFD1}" presName="sibSpaceFour" presStyleCnt="0"/>
      <dgm:spPr/>
    </dgm:pt>
    <dgm:pt modelId="{083586F3-A782-435A-AEC4-523403DA431D}" type="pres">
      <dgm:prSet presAssocID="{100B635B-19F5-4D0B-968E-84F6A4C87516}" presName="vertFour" presStyleCnt="0">
        <dgm:presLayoutVars>
          <dgm:chPref val="3"/>
        </dgm:presLayoutVars>
      </dgm:prSet>
      <dgm:spPr/>
    </dgm:pt>
    <dgm:pt modelId="{96C4E5E3-71F4-4922-8333-262FFAE9A36A}" type="pres">
      <dgm:prSet presAssocID="{100B635B-19F5-4D0B-968E-84F6A4C87516}" presName="txFour" presStyleLbl="node4" presStyleIdx="10" presStyleCnt="11">
        <dgm:presLayoutVars>
          <dgm:chPref val="3"/>
        </dgm:presLayoutVars>
      </dgm:prSet>
      <dgm:spPr/>
    </dgm:pt>
    <dgm:pt modelId="{73F94366-BBD4-48D1-B6A1-22AEC8C3E125}" type="pres">
      <dgm:prSet presAssocID="{100B635B-19F5-4D0B-968E-84F6A4C87516}" presName="horzFour" presStyleCnt="0"/>
      <dgm:spPr/>
    </dgm:pt>
    <dgm:pt modelId="{70E36E85-A88C-425A-9591-FDAE8725C466}" type="pres">
      <dgm:prSet presAssocID="{243C102C-DAA2-4245-A1D1-9E6A71F7AB05}" presName="sibSpaceThree" presStyleCnt="0"/>
      <dgm:spPr/>
    </dgm:pt>
    <dgm:pt modelId="{46570A4D-837B-4B36-9335-B379DFC01311}" type="pres">
      <dgm:prSet presAssocID="{991DD7BB-FD91-49EE-AAF5-140AB35E43F7}" presName="vertThree" presStyleCnt="0"/>
      <dgm:spPr/>
    </dgm:pt>
    <dgm:pt modelId="{A5610C2C-E606-4C43-BDE3-0BD1D9CFB2F8}" type="pres">
      <dgm:prSet presAssocID="{991DD7BB-FD91-49EE-AAF5-140AB35E43F7}" presName="txThree" presStyleLbl="node3" presStyleIdx="4" presStyleCnt="7">
        <dgm:presLayoutVars>
          <dgm:chPref val="3"/>
        </dgm:presLayoutVars>
      </dgm:prSet>
      <dgm:spPr/>
    </dgm:pt>
    <dgm:pt modelId="{0188EDCA-F700-4E19-9FC9-A5A33E102BCA}" type="pres">
      <dgm:prSet presAssocID="{991DD7BB-FD91-49EE-AAF5-140AB35E43F7}" presName="horzThree" presStyleCnt="0"/>
      <dgm:spPr/>
    </dgm:pt>
    <dgm:pt modelId="{627B6881-9667-43AC-9FEF-EEB30C0E265E}" type="pres">
      <dgm:prSet presAssocID="{8C5DE38B-5BD6-4776-8A20-AEE9D7B23E51}" presName="sibSpaceThree" presStyleCnt="0"/>
      <dgm:spPr/>
    </dgm:pt>
    <dgm:pt modelId="{674B343A-04E4-419D-BF2E-509BF6EF392F}" type="pres">
      <dgm:prSet presAssocID="{728CB894-4164-4F00-A408-6FBB55E5F39A}" presName="vertThree" presStyleCnt="0"/>
      <dgm:spPr/>
    </dgm:pt>
    <dgm:pt modelId="{4D7B3A02-C244-4486-84E0-AE1E43AB07F6}" type="pres">
      <dgm:prSet presAssocID="{728CB894-4164-4F00-A408-6FBB55E5F39A}" presName="txThree" presStyleLbl="node3" presStyleIdx="5" presStyleCnt="7">
        <dgm:presLayoutVars>
          <dgm:chPref val="3"/>
        </dgm:presLayoutVars>
      </dgm:prSet>
      <dgm:spPr/>
    </dgm:pt>
    <dgm:pt modelId="{53A9FBE2-09EC-4AFF-9256-A16CD2A7098C}" type="pres">
      <dgm:prSet presAssocID="{728CB894-4164-4F00-A408-6FBB55E5F39A}" presName="horzThree" presStyleCnt="0"/>
      <dgm:spPr/>
    </dgm:pt>
    <dgm:pt modelId="{74D4EA3B-FB3C-4112-B170-5BCB445CBD98}" type="pres">
      <dgm:prSet presAssocID="{B456C597-77EF-44A9-BE78-7B938D66A3D2}" presName="sibSpaceThree" presStyleCnt="0"/>
      <dgm:spPr/>
    </dgm:pt>
    <dgm:pt modelId="{78525723-E12E-452A-AA61-8156FD52805B}" type="pres">
      <dgm:prSet presAssocID="{B1D76931-B2AB-4E2B-A7B7-0CFC65386E2C}" presName="vertThree" presStyleCnt="0"/>
      <dgm:spPr/>
    </dgm:pt>
    <dgm:pt modelId="{4B9C70D9-D328-4254-9B6D-7671C6A8A23D}" type="pres">
      <dgm:prSet presAssocID="{B1D76931-B2AB-4E2B-A7B7-0CFC65386E2C}" presName="txThree" presStyleLbl="node3" presStyleIdx="6" presStyleCnt="7">
        <dgm:presLayoutVars>
          <dgm:chPref val="3"/>
        </dgm:presLayoutVars>
      </dgm:prSet>
      <dgm:spPr/>
    </dgm:pt>
    <dgm:pt modelId="{6A86A6BD-C11D-407E-897D-CD884BA32552}" type="pres">
      <dgm:prSet presAssocID="{B1D76931-B2AB-4E2B-A7B7-0CFC65386E2C}" presName="horzThree" presStyleCnt="0"/>
      <dgm:spPr/>
    </dgm:pt>
  </dgm:ptLst>
  <dgm:cxnLst>
    <dgm:cxn modelId="{57F60A10-B627-4F4E-B804-B3BDB70D88E9}" srcId="{19599602-9E94-449B-AE02-46C30491E28C}" destId="{3378893F-0227-4C99-A5BE-F0441622DD25}" srcOrd="1" destOrd="0" parTransId="{62ED3618-186A-4AE5-A334-6262FBDBD773}" sibTransId="{CCBAFD97-4529-461C-9401-5C21022322F0}"/>
    <dgm:cxn modelId="{1F32C813-9B81-4FC1-80A0-80097B0133FC}" srcId="{0C87090F-02B0-44D5-BD4B-E5AE0D1FA7F1}" destId="{B1D76931-B2AB-4E2B-A7B7-0CFC65386E2C}" srcOrd="3" destOrd="0" parTransId="{180E3A64-01C7-4104-8C89-A252D103BCDA}" sibTransId="{2EAE0D28-58EF-4097-9EF6-FCAAACEA3A3E}"/>
    <dgm:cxn modelId="{4A97CE23-3E8A-44EF-BB87-6960D271B989}" type="presOf" srcId="{B1D76931-B2AB-4E2B-A7B7-0CFC65386E2C}" destId="{4B9C70D9-D328-4254-9B6D-7671C6A8A23D}" srcOrd="0" destOrd="0" presId="urn:microsoft.com/office/officeart/2005/8/layout/hierarchy4"/>
    <dgm:cxn modelId="{1B82A02C-9851-43EE-9659-9A3FD6339739}" srcId="{A97D053E-A973-4364-B69E-A280008FFC90}" destId="{100B635B-19F5-4D0B-968E-84F6A4C87516}" srcOrd="2" destOrd="0" parTransId="{E3E74F59-3F0E-4EEF-A95D-26F6D28620C6}" sibTransId="{387CCA68-5A55-4134-AB70-229CC5D1F99B}"/>
    <dgm:cxn modelId="{6AD0832E-D0E5-4DFA-A2C1-539A1049A92A}" srcId="{3378893F-0227-4C99-A5BE-F0441622DD25}" destId="{D6D663EA-8C9E-4A6C-8696-EA6202B67EB8}" srcOrd="0" destOrd="0" parTransId="{C618F4B1-D56C-40B0-A9BB-A1AC22AA90C0}" sibTransId="{350208D2-B2AB-46F5-A396-E4E2016A900E}"/>
    <dgm:cxn modelId="{B87D7930-75AB-4F41-BC93-ED0767156877}" srcId="{A97D053E-A973-4364-B69E-A280008FFC90}" destId="{A3C8EDD9-69FA-45FB-9865-E3F14EB0454F}" srcOrd="1" destOrd="0" parTransId="{E6E5B594-5BCC-4B26-A0E4-91E049B64B58}" sibTransId="{287A3BC8-8FE9-4FF2-BC6C-5ECF9A80AFD1}"/>
    <dgm:cxn modelId="{06C05031-CC2B-43C8-8D83-6BE882BBEE11}" srcId="{0C87090F-02B0-44D5-BD4B-E5AE0D1FA7F1}" destId="{A97D053E-A973-4364-B69E-A280008FFC90}" srcOrd="0" destOrd="0" parTransId="{0269C22A-A20B-4CCC-917A-8B311E437315}" sibTransId="{243C102C-DAA2-4245-A1D1-9E6A71F7AB05}"/>
    <dgm:cxn modelId="{C3C54F3B-9589-4255-AAEA-D197D66783F6}" srcId="{DA082FC6-CEB7-4C28-BE1C-7A07147C0630}" destId="{42978307-697D-497A-A2C6-5CE28D391200}" srcOrd="2" destOrd="0" parTransId="{8289592A-2799-48BF-943A-ECD5E2D454F4}" sibTransId="{E8C65E9B-7577-49F6-9D17-BE7135BDECB7}"/>
    <dgm:cxn modelId="{2B80D23B-5A2B-4D63-AF88-2D04D8D865AC}" srcId="{0C87090F-02B0-44D5-BD4B-E5AE0D1FA7F1}" destId="{991DD7BB-FD91-49EE-AAF5-140AB35E43F7}" srcOrd="1" destOrd="0" parTransId="{E3D22BD8-B8F5-4AEB-A8DD-53D6A1A29BAD}" sibTransId="{8C5DE38B-5BD6-4776-8A20-AEE9D7B23E51}"/>
    <dgm:cxn modelId="{49B17D65-6E5E-48F0-B40D-53AEA94A5346}" srcId="{DA082FC6-CEB7-4C28-BE1C-7A07147C0630}" destId="{A42DED5E-3919-412A-8377-DE6122E1AD30}" srcOrd="0" destOrd="0" parTransId="{D05EA4EE-52C7-4A7F-9A69-CD36D787717D}" sibTransId="{4503E061-C76A-43D4-9951-E6976365CBEB}"/>
    <dgm:cxn modelId="{F6AF4B67-C43D-4160-A610-565AB36A93C2}" srcId="{D6D663EA-8C9E-4A6C-8696-EA6202B67EB8}" destId="{33E9EE16-10F1-4A31-BCE8-5229263D756D}" srcOrd="1" destOrd="0" parTransId="{8E212715-1532-449B-8DE2-B733A01EAD42}" sibTransId="{D1902289-4796-4D41-A51E-C858A0AAF829}"/>
    <dgm:cxn modelId="{BB633548-A325-472E-9098-B443E5E3E8D9}" type="presOf" srcId="{A3C8EDD9-69FA-45FB-9865-E3F14EB0454F}" destId="{85121222-EE99-43F8-B7B5-EBEF342D2AF7}" srcOrd="0" destOrd="0" presId="urn:microsoft.com/office/officeart/2005/8/layout/hierarchy4"/>
    <dgm:cxn modelId="{82023F4B-F46C-4389-9CBF-F346ACC24F0C}" srcId="{D6D663EA-8C9E-4A6C-8696-EA6202B67EB8}" destId="{52E3AA67-0314-4E1D-9E8D-AA6105685884}" srcOrd="0" destOrd="0" parTransId="{FBCFE6F2-BECD-4C21-AAF5-9F706C541651}" sibTransId="{2CB51283-409C-4D72-A17C-478D108EC8B7}"/>
    <dgm:cxn modelId="{C60DD86C-7917-4554-9413-6302C1FF0E78}" type="presOf" srcId="{6FD54DCC-0420-4B69-949E-C600DAC3EA80}" destId="{7B100131-34EC-4BBE-83F1-F932A72558FB}" srcOrd="0" destOrd="0" presId="urn:microsoft.com/office/officeart/2005/8/layout/hierarchy4"/>
    <dgm:cxn modelId="{99F20B6D-33B2-40E3-8024-F4BD7F35FCCC}" type="presOf" srcId="{36515DAA-DE94-4D05-BF16-8D5E13CADE3A}" destId="{6B32F8EC-E2F0-4A76-948C-20DC6E57D90C}" srcOrd="0" destOrd="0" presId="urn:microsoft.com/office/officeart/2005/8/layout/hierarchy4"/>
    <dgm:cxn modelId="{3964726D-8ECB-4555-B0FC-2ACA5EE92312}" type="presOf" srcId="{3378893F-0227-4C99-A5BE-F0441622DD25}" destId="{2A1D7768-E0B0-4A84-95E0-ED4A7E5AC7F3}" srcOrd="0" destOrd="0" presId="urn:microsoft.com/office/officeart/2005/8/layout/hierarchy4"/>
    <dgm:cxn modelId="{3FC0DD4F-9563-410F-AA2E-301BCB8C0B77}" srcId="{FD232244-93C4-4CB9-BC2D-C0EABD980E71}" destId="{E99D9F2F-82CE-4442-8CCB-D45C4087EC29}" srcOrd="0" destOrd="0" parTransId="{81D0565B-0100-45D4-A549-54685C93E51B}" sibTransId="{9B869A10-D3A9-4646-A49B-15287226CDBC}"/>
    <dgm:cxn modelId="{C2B26855-5873-4FDE-8EAE-6B70F3925ADA}" type="presOf" srcId="{19599602-9E94-449B-AE02-46C30491E28C}" destId="{1AA092DC-7D27-4103-943E-C8639682C476}" srcOrd="0" destOrd="0" presId="urn:microsoft.com/office/officeart/2005/8/layout/hierarchy4"/>
    <dgm:cxn modelId="{76CD2C57-8E77-4B91-8729-8F3EB38D5F31}" type="presOf" srcId="{85099202-FE47-440D-A5C6-14F1747DF216}" destId="{708FADF7-FF48-4371-9BB9-59AB0F3BC145}" srcOrd="0" destOrd="0" presId="urn:microsoft.com/office/officeart/2005/8/layout/hierarchy4"/>
    <dgm:cxn modelId="{7C2B6C79-847A-405D-A725-4BA9C161E7A2}" type="presOf" srcId="{BF1D701A-DD2D-4121-8BFA-FBE1FBF81F9E}" destId="{29B2A3CC-0AF9-4FD8-9BEE-0E4A6999F895}" srcOrd="0" destOrd="0" presId="urn:microsoft.com/office/officeart/2005/8/layout/hierarchy4"/>
    <dgm:cxn modelId="{599D7783-6CFF-4BE6-9BB9-2ADA6D318BEF}" type="presOf" srcId="{AEBE8411-CD69-4CF5-91CE-3D28B6A425C5}" destId="{DD8B3D11-1234-43B2-853C-ACBB9CB1EBAC}" srcOrd="0" destOrd="0" presId="urn:microsoft.com/office/officeart/2005/8/layout/hierarchy4"/>
    <dgm:cxn modelId="{4219FD84-5288-4908-883A-32F041D47EF7}" type="presOf" srcId="{D6D663EA-8C9E-4A6C-8696-EA6202B67EB8}" destId="{E0CEF41C-E5DE-4E52-804D-97AE8FCD65AA}" srcOrd="0" destOrd="0" presId="urn:microsoft.com/office/officeart/2005/8/layout/hierarchy4"/>
    <dgm:cxn modelId="{5B360585-330D-4862-A517-C3DCE3DD6CC7}" type="presOf" srcId="{728CB894-4164-4F00-A408-6FBB55E5F39A}" destId="{4D7B3A02-C244-4486-84E0-AE1E43AB07F6}" srcOrd="0" destOrd="0" presId="urn:microsoft.com/office/officeart/2005/8/layout/hierarchy4"/>
    <dgm:cxn modelId="{B5EFFE86-7F27-423B-A030-ED5CEE9A084E}" type="presOf" srcId="{DA082FC6-CEB7-4C28-BE1C-7A07147C0630}" destId="{F71BF88C-6B8B-4DD2-A128-B8F295A4B0FC}" srcOrd="0" destOrd="0" presId="urn:microsoft.com/office/officeart/2005/8/layout/hierarchy4"/>
    <dgm:cxn modelId="{4FFE2E88-3D10-4852-A803-26EB016E22C3}" type="presOf" srcId="{9EFAFD96-3601-4F17-BB82-DBBBA6C512D5}" destId="{9C25C2CB-4B84-40D8-8500-3CC566C77DD4}" srcOrd="0" destOrd="0" presId="urn:microsoft.com/office/officeart/2005/8/layout/hierarchy4"/>
    <dgm:cxn modelId="{30E0B992-157A-405B-8572-770CFD4D21A1}" srcId="{19599602-9E94-449B-AE02-46C30491E28C}" destId="{0C87090F-02B0-44D5-BD4B-E5AE0D1FA7F1}" srcOrd="2" destOrd="0" parTransId="{48F43ED3-A177-4096-B556-EB782F87985E}" sibTransId="{24E0BA02-AFC8-4BBC-85FF-8CECFE2FDD5C}"/>
    <dgm:cxn modelId="{F6AC2AA1-2216-4749-8310-6C6E7B76DE1F}" srcId="{6FD54DCC-0420-4B69-949E-C600DAC3EA80}" destId="{FD232244-93C4-4CB9-BC2D-C0EABD980E71}" srcOrd="0" destOrd="0" parTransId="{ECB58212-B05A-433B-BF12-E4200185A503}" sibTransId="{1D88A1D5-D171-45BB-8DEE-A7140697DC14}"/>
    <dgm:cxn modelId="{A4C97EA4-5BA5-48E8-9A0D-2EC92342CBE4}" type="presOf" srcId="{0C87090F-02B0-44D5-BD4B-E5AE0D1FA7F1}" destId="{CC493497-A5B7-4729-926D-002E8E454180}" srcOrd="0" destOrd="0" presId="urn:microsoft.com/office/officeart/2005/8/layout/hierarchy4"/>
    <dgm:cxn modelId="{293BE0A6-BCAA-4459-AFF3-DCC2564D2391}" type="presOf" srcId="{52E3AA67-0314-4E1D-9E8D-AA6105685884}" destId="{EC5B6648-D547-4342-8C9E-D3E0D3D27826}" srcOrd="0" destOrd="0" presId="urn:microsoft.com/office/officeart/2005/8/layout/hierarchy4"/>
    <dgm:cxn modelId="{352E9CA9-9552-4E09-851F-58F1A7F7F410}" type="presOf" srcId="{33E9EE16-10F1-4A31-BCE8-5229263D756D}" destId="{707B511B-CDFA-43DA-9027-531AAA6303F0}" srcOrd="0" destOrd="0" presId="urn:microsoft.com/office/officeart/2005/8/layout/hierarchy4"/>
    <dgm:cxn modelId="{2A6669AA-D969-419E-A96C-4E19A882A550}" srcId="{3378893F-0227-4C99-A5BE-F0441622DD25}" destId="{DA082FC6-CEB7-4C28-BE1C-7A07147C0630}" srcOrd="1" destOrd="0" parTransId="{DADE5634-0EE2-4932-ADF3-762CAB7A1BC9}" sibTransId="{1D990E49-68AA-4DA1-9A8C-4442DB9BE831}"/>
    <dgm:cxn modelId="{7A02F5AF-F9F5-4778-A66E-DE024A3A34D9}" srcId="{9EFAFD96-3601-4F17-BB82-DBBBA6C512D5}" destId="{19599602-9E94-449B-AE02-46C30491E28C}" srcOrd="0" destOrd="0" parTransId="{FF371F54-3EAD-4229-B33D-30FA8E522AE4}" sibTransId="{2A88706E-F8B3-4E84-B216-AB828E178267}"/>
    <dgm:cxn modelId="{24A52EB1-0EF3-406E-A841-87EB74DFEF4C}" srcId="{FD232244-93C4-4CB9-BC2D-C0EABD980E71}" destId="{AEBE8411-CD69-4CF5-91CE-3D28B6A425C5}" srcOrd="2" destOrd="0" parTransId="{C8D74D91-7A33-4B93-AE2F-283961CDA5B5}" sibTransId="{EA58687B-4355-4920-8B4C-B88C2EB3083B}"/>
    <dgm:cxn modelId="{91C718BE-3BB1-4393-83FE-F113093BAD5B}" type="presOf" srcId="{A97D053E-A973-4364-B69E-A280008FFC90}" destId="{769FC1B0-7005-4E0B-AB19-BE065CD8C0B0}" srcOrd="0" destOrd="0" presId="urn:microsoft.com/office/officeart/2005/8/layout/hierarchy4"/>
    <dgm:cxn modelId="{1C3403C3-90A5-4239-9CF3-886F50BE81B9}" type="presOf" srcId="{FD232244-93C4-4CB9-BC2D-C0EABD980E71}" destId="{0DCF9C8C-3F74-4BF6-BEBF-8EF6C71D2449}" srcOrd="0" destOrd="0" presId="urn:microsoft.com/office/officeart/2005/8/layout/hierarchy4"/>
    <dgm:cxn modelId="{801C22C7-1C0F-44EF-839E-A030B3D15017}" srcId="{A97D053E-A973-4364-B69E-A280008FFC90}" destId="{BF1D701A-DD2D-4121-8BFA-FBE1FBF81F9E}" srcOrd="0" destOrd="0" parTransId="{E61AFEE5-2004-43A9-AA62-07A1459E6FC5}" sibTransId="{B0000C6F-B2A3-4526-8C16-C73AEA735EAF}"/>
    <dgm:cxn modelId="{4BB89DC9-2059-421D-8FD7-EB1462E6B1FA}" srcId="{FD232244-93C4-4CB9-BC2D-C0EABD980E71}" destId="{85099202-FE47-440D-A5C6-14F1747DF216}" srcOrd="1" destOrd="0" parTransId="{EB91BF2D-DC25-4A75-88EA-549D335414B6}" sibTransId="{CB63EAB7-BCA9-452E-9BCF-71ADF9CAEBB4}"/>
    <dgm:cxn modelId="{2BBFE0CB-7EA9-4048-B997-094B4E858D3D}" srcId="{DA082FC6-CEB7-4C28-BE1C-7A07147C0630}" destId="{36515DAA-DE94-4D05-BF16-8D5E13CADE3A}" srcOrd="1" destOrd="0" parTransId="{15779972-6EB7-4A17-A8F4-C736B5F0CED0}" sibTransId="{D6A2C69D-961B-4FA1-8F05-385D9A2E46C1}"/>
    <dgm:cxn modelId="{A9A39EE7-F441-4563-AFFD-666EC4C4FD54}" srcId="{19599602-9E94-449B-AE02-46C30491E28C}" destId="{6FD54DCC-0420-4B69-949E-C600DAC3EA80}" srcOrd="0" destOrd="0" parTransId="{6F5CF077-1342-46A1-93F1-68D7723F3F8C}" sibTransId="{CE57F18C-7754-4245-BB8D-0DDD9139AB8E}"/>
    <dgm:cxn modelId="{8E2DDAEA-174D-4B74-BC88-60C45569F4E5}" type="presOf" srcId="{42978307-697D-497A-A2C6-5CE28D391200}" destId="{A5D65A60-6EE2-48E9-B5C4-AE97D418BFAA}" srcOrd="0" destOrd="0" presId="urn:microsoft.com/office/officeart/2005/8/layout/hierarchy4"/>
    <dgm:cxn modelId="{12EC95EC-DFE8-4E51-9009-5D9F1B354E5A}" type="presOf" srcId="{100B635B-19F5-4D0B-968E-84F6A4C87516}" destId="{96C4E5E3-71F4-4922-8333-262FFAE9A36A}" srcOrd="0" destOrd="0" presId="urn:microsoft.com/office/officeart/2005/8/layout/hierarchy4"/>
    <dgm:cxn modelId="{DFA00AED-9957-4956-8ED5-A09218B997FE}" type="presOf" srcId="{991DD7BB-FD91-49EE-AAF5-140AB35E43F7}" destId="{A5610C2C-E606-4C43-BDE3-0BD1D9CFB2F8}" srcOrd="0" destOrd="0" presId="urn:microsoft.com/office/officeart/2005/8/layout/hierarchy4"/>
    <dgm:cxn modelId="{E942E7F2-7C27-4894-9DEF-4888B00AF308}" type="presOf" srcId="{E99D9F2F-82CE-4442-8CCB-D45C4087EC29}" destId="{2A492390-34B9-445F-ADC5-46A9E057BB59}" srcOrd="0" destOrd="0" presId="urn:microsoft.com/office/officeart/2005/8/layout/hierarchy4"/>
    <dgm:cxn modelId="{DB8823F9-F1A1-4721-BFBB-8B76625BCB5C}" srcId="{0C87090F-02B0-44D5-BD4B-E5AE0D1FA7F1}" destId="{728CB894-4164-4F00-A408-6FBB55E5F39A}" srcOrd="2" destOrd="0" parTransId="{7A7695DF-2B28-404E-9784-91A1EA326978}" sibTransId="{B456C597-77EF-44A9-BE78-7B938D66A3D2}"/>
    <dgm:cxn modelId="{62E7BEF9-1B3F-4D54-B666-AE7138454907}" type="presOf" srcId="{A42DED5E-3919-412A-8377-DE6122E1AD30}" destId="{9A799A06-7E22-4D1C-BC91-277E4BD57B87}" srcOrd="0" destOrd="0" presId="urn:microsoft.com/office/officeart/2005/8/layout/hierarchy4"/>
    <dgm:cxn modelId="{18B64749-04C0-42F2-A1E0-DB54B6287D21}" type="presParOf" srcId="{9C25C2CB-4B84-40D8-8500-3CC566C77DD4}" destId="{F7E30DCE-92D4-4F36-ACF6-C81E272AB2E6}" srcOrd="0" destOrd="0" presId="urn:microsoft.com/office/officeart/2005/8/layout/hierarchy4"/>
    <dgm:cxn modelId="{A225CF99-EBFF-4EDD-9CB1-456DBE8C914B}" type="presParOf" srcId="{F7E30DCE-92D4-4F36-ACF6-C81E272AB2E6}" destId="{1AA092DC-7D27-4103-943E-C8639682C476}" srcOrd="0" destOrd="0" presId="urn:microsoft.com/office/officeart/2005/8/layout/hierarchy4"/>
    <dgm:cxn modelId="{293344CF-361B-46E3-A35D-22CA71CD4063}" type="presParOf" srcId="{F7E30DCE-92D4-4F36-ACF6-C81E272AB2E6}" destId="{4E983229-66FB-4BBA-8970-517809BE9CE1}" srcOrd="1" destOrd="0" presId="urn:microsoft.com/office/officeart/2005/8/layout/hierarchy4"/>
    <dgm:cxn modelId="{5CD0DC09-6A87-495F-A57C-EECB8ACCED95}" type="presParOf" srcId="{F7E30DCE-92D4-4F36-ACF6-C81E272AB2E6}" destId="{0C8E34FD-A566-4B47-9666-4BF4F1FC859E}" srcOrd="2" destOrd="0" presId="urn:microsoft.com/office/officeart/2005/8/layout/hierarchy4"/>
    <dgm:cxn modelId="{D4007E73-7867-4C85-A583-12BBFC4FBA6A}" type="presParOf" srcId="{0C8E34FD-A566-4B47-9666-4BF4F1FC859E}" destId="{82534D56-7568-4293-BEAA-1DA243D82AE3}" srcOrd="0" destOrd="0" presId="urn:microsoft.com/office/officeart/2005/8/layout/hierarchy4"/>
    <dgm:cxn modelId="{5E4F0200-478B-4FCC-8FB9-C20295FFA288}" type="presParOf" srcId="{82534D56-7568-4293-BEAA-1DA243D82AE3}" destId="{7B100131-34EC-4BBE-83F1-F932A72558FB}" srcOrd="0" destOrd="0" presId="urn:microsoft.com/office/officeart/2005/8/layout/hierarchy4"/>
    <dgm:cxn modelId="{D2572441-DFDE-4241-91A5-80840D559F35}" type="presParOf" srcId="{82534D56-7568-4293-BEAA-1DA243D82AE3}" destId="{89E38834-1B86-41C6-9543-0C6DD56422F9}" srcOrd="1" destOrd="0" presId="urn:microsoft.com/office/officeart/2005/8/layout/hierarchy4"/>
    <dgm:cxn modelId="{75021059-DDAC-4C71-96C7-0BF6D2754CCB}" type="presParOf" srcId="{82534D56-7568-4293-BEAA-1DA243D82AE3}" destId="{8197D1F2-7D73-4B73-A2A7-9042A97D8C29}" srcOrd="2" destOrd="0" presId="urn:microsoft.com/office/officeart/2005/8/layout/hierarchy4"/>
    <dgm:cxn modelId="{3CD0A00A-44BA-41B1-8C06-80C66063D6BC}" type="presParOf" srcId="{8197D1F2-7D73-4B73-A2A7-9042A97D8C29}" destId="{583BE4D7-3860-47AA-9706-AA9229B58AD9}" srcOrd="0" destOrd="0" presId="urn:microsoft.com/office/officeart/2005/8/layout/hierarchy4"/>
    <dgm:cxn modelId="{1E8E4A77-9372-47D0-ABF9-D9C013BA7E7F}" type="presParOf" srcId="{583BE4D7-3860-47AA-9706-AA9229B58AD9}" destId="{0DCF9C8C-3F74-4BF6-BEBF-8EF6C71D2449}" srcOrd="0" destOrd="0" presId="urn:microsoft.com/office/officeart/2005/8/layout/hierarchy4"/>
    <dgm:cxn modelId="{AB8D5D72-D21D-4DC6-BE15-EC1202ED20F8}" type="presParOf" srcId="{583BE4D7-3860-47AA-9706-AA9229B58AD9}" destId="{D30E5143-720C-4136-9C5A-8B46E3E94EB7}" srcOrd="1" destOrd="0" presId="urn:microsoft.com/office/officeart/2005/8/layout/hierarchy4"/>
    <dgm:cxn modelId="{F936016F-E853-42DA-99B8-3A37B78575F0}" type="presParOf" srcId="{583BE4D7-3860-47AA-9706-AA9229B58AD9}" destId="{5DD77A86-06C5-4C37-9ED7-9BFBC5E9200B}" srcOrd="2" destOrd="0" presId="urn:microsoft.com/office/officeart/2005/8/layout/hierarchy4"/>
    <dgm:cxn modelId="{CBE0D5D5-FDB3-49A8-94D0-5239B9507AC8}" type="presParOf" srcId="{5DD77A86-06C5-4C37-9ED7-9BFBC5E9200B}" destId="{57674B9F-3E0D-4EAF-9747-52AC15BF51F6}" srcOrd="0" destOrd="0" presId="urn:microsoft.com/office/officeart/2005/8/layout/hierarchy4"/>
    <dgm:cxn modelId="{E198C3A0-1B4A-447D-8DD3-FCA2E18B88B3}" type="presParOf" srcId="{57674B9F-3E0D-4EAF-9747-52AC15BF51F6}" destId="{2A492390-34B9-445F-ADC5-46A9E057BB59}" srcOrd="0" destOrd="0" presId="urn:microsoft.com/office/officeart/2005/8/layout/hierarchy4"/>
    <dgm:cxn modelId="{C8C02A18-AC6A-4AAC-9B36-787B1B462C80}" type="presParOf" srcId="{57674B9F-3E0D-4EAF-9747-52AC15BF51F6}" destId="{12C4C28B-08AC-4352-B668-4857F4FED860}" srcOrd="1" destOrd="0" presId="urn:microsoft.com/office/officeart/2005/8/layout/hierarchy4"/>
    <dgm:cxn modelId="{238D8ABF-E255-4D3E-B2E3-0836B1352B7E}" type="presParOf" srcId="{5DD77A86-06C5-4C37-9ED7-9BFBC5E9200B}" destId="{55A60AC6-2093-45B6-8DB4-4FDBD475591E}" srcOrd="1" destOrd="0" presId="urn:microsoft.com/office/officeart/2005/8/layout/hierarchy4"/>
    <dgm:cxn modelId="{47CAA51B-5B95-4E7A-9F33-04FA3D129747}" type="presParOf" srcId="{5DD77A86-06C5-4C37-9ED7-9BFBC5E9200B}" destId="{9B2C8224-95C7-4E03-9A93-2CCA72951DC3}" srcOrd="2" destOrd="0" presId="urn:microsoft.com/office/officeart/2005/8/layout/hierarchy4"/>
    <dgm:cxn modelId="{58807680-872B-4E48-AD4E-7BAF4728BF77}" type="presParOf" srcId="{9B2C8224-95C7-4E03-9A93-2CCA72951DC3}" destId="{708FADF7-FF48-4371-9BB9-59AB0F3BC145}" srcOrd="0" destOrd="0" presId="urn:microsoft.com/office/officeart/2005/8/layout/hierarchy4"/>
    <dgm:cxn modelId="{A733BADF-6DFA-40BF-8C3B-B891127F8734}" type="presParOf" srcId="{9B2C8224-95C7-4E03-9A93-2CCA72951DC3}" destId="{99F77453-C45D-4B17-9470-F63E816D5691}" srcOrd="1" destOrd="0" presId="urn:microsoft.com/office/officeart/2005/8/layout/hierarchy4"/>
    <dgm:cxn modelId="{A9E10061-F742-4AB5-BB57-EB662D56AE3F}" type="presParOf" srcId="{5DD77A86-06C5-4C37-9ED7-9BFBC5E9200B}" destId="{A8017F66-7C31-448D-8AD9-C3C8C8CB8273}" srcOrd="3" destOrd="0" presId="urn:microsoft.com/office/officeart/2005/8/layout/hierarchy4"/>
    <dgm:cxn modelId="{7BBD6F16-9225-46A5-A858-19BB5163907E}" type="presParOf" srcId="{5DD77A86-06C5-4C37-9ED7-9BFBC5E9200B}" destId="{2FBC147B-E253-407F-AF12-395035EAABC3}" srcOrd="4" destOrd="0" presId="urn:microsoft.com/office/officeart/2005/8/layout/hierarchy4"/>
    <dgm:cxn modelId="{D3DE021C-8A00-4B75-A7FE-D0C57261712C}" type="presParOf" srcId="{2FBC147B-E253-407F-AF12-395035EAABC3}" destId="{DD8B3D11-1234-43B2-853C-ACBB9CB1EBAC}" srcOrd="0" destOrd="0" presId="urn:microsoft.com/office/officeart/2005/8/layout/hierarchy4"/>
    <dgm:cxn modelId="{C25CFEDE-EEC8-48BA-9FC9-A3FFBDFEF476}" type="presParOf" srcId="{2FBC147B-E253-407F-AF12-395035EAABC3}" destId="{29BDF14F-6545-489B-8D8D-554F045BCE1C}" srcOrd="1" destOrd="0" presId="urn:microsoft.com/office/officeart/2005/8/layout/hierarchy4"/>
    <dgm:cxn modelId="{B1DF3A1F-B882-4E0B-838A-49D7E515EDCF}" type="presParOf" srcId="{0C8E34FD-A566-4B47-9666-4BF4F1FC859E}" destId="{8061865E-FAB2-4719-A478-6EE0C09DBC84}" srcOrd="1" destOrd="0" presId="urn:microsoft.com/office/officeart/2005/8/layout/hierarchy4"/>
    <dgm:cxn modelId="{944BD875-81CC-4567-8F8E-424DD6E602A2}" type="presParOf" srcId="{0C8E34FD-A566-4B47-9666-4BF4F1FC859E}" destId="{A2988047-F601-463F-9A64-EA07C7719BE1}" srcOrd="2" destOrd="0" presId="urn:microsoft.com/office/officeart/2005/8/layout/hierarchy4"/>
    <dgm:cxn modelId="{5B571168-1A58-4B37-AF5C-789082F3F3D2}" type="presParOf" srcId="{A2988047-F601-463F-9A64-EA07C7719BE1}" destId="{2A1D7768-E0B0-4A84-95E0-ED4A7E5AC7F3}" srcOrd="0" destOrd="0" presId="urn:microsoft.com/office/officeart/2005/8/layout/hierarchy4"/>
    <dgm:cxn modelId="{365F15A3-48CC-4D9F-8DCC-F0FA3AF3EC82}" type="presParOf" srcId="{A2988047-F601-463F-9A64-EA07C7719BE1}" destId="{5F9B9D6E-6115-4CE4-8937-4FCD827E81D0}" srcOrd="1" destOrd="0" presId="urn:microsoft.com/office/officeart/2005/8/layout/hierarchy4"/>
    <dgm:cxn modelId="{EC3611C8-36EA-4195-ACE0-B5E28C06CD85}" type="presParOf" srcId="{A2988047-F601-463F-9A64-EA07C7719BE1}" destId="{0FAB9FB5-184E-40BC-A3A7-D4810DF9C37E}" srcOrd="2" destOrd="0" presId="urn:microsoft.com/office/officeart/2005/8/layout/hierarchy4"/>
    <dgm:cxn modelId="{BC1C7CCC-DA63-478C-834B-ED2511B2EDDA}" type="presParOf" srcId="{0FAB9FB5-184E-40BC-A3A7-D4810DF9C37E}" destId="{4B974A3D-77D3-4A6F-9436-4599B7D1166F}" srcOrd="0" destOrd="0" presId="urn:microsoft.com/office/officeart/2005/8/layout/hierarchy4"/>
    <dgm:cxn modelId="{68819FE1-7AFB-47C9-9D44-6282E7D52373}" type="presParOf" srcId="{4B974A3D-77D3-4A6F-9436-4599B7D1166F}" destId="{E0CEF41C-E5DE-4E52-804D-97AE8FCD65AA}" srcOrd="0" destOrd="0" presId="urn:microsoft.com/office/officeart/2005/8/layout/hierarchy4"/>
    <dgm:cxn modelId="{0C441C15-A047-424D-B1FF-213824AF54A3}" type="presParOf" srcId="{4B974A3D-77D3-4A6F-9436-4599B7D1166F}" destId="{A5F2412E-A073-4159-9102-2F2587CDEC32}" srcOrd="1" destOrd="0" presId="urn:microsoft.com/office/officeart/2005/8/layout/hierarchy4"/>
    <dgm:cxn modelId="{E81B5F68-0478-49BF-925D-D685F5607379}" type="presParOf" srcId="{4B974A3D-77D3-4A6F-9436-4599B7D1166F}" destId="{03EB3F9B-0569-4B7E-8FC5-E96E9D4DCC23}" srcOrd="2" destOrd="0" presId="urn:microsoft.com/office/officeart/2005/8/layout/hierarchy4"/>
    <dgm:cxn modelId="{3856DFAD-643E-4734-8681-859FA335746D}" type="presParOf" srcId="{03EB3F9B-0569-4B7E-8FC5-E96E9D4DCC23}" destId="{1EE95E22-ED25-4951-9311-6D7A073C0157}" srcOrd="0" destOrd="0" presId="urn:microsoft.com/office/officeart/2005/8/layout/hierarchy4"/>
    <dgm:cxn modelId="{519D2819-2533-45A8-9925-5067346E7D4D}" type="presParOf" srcId="{1EE95E22-ED25-4951-9311-6D7A073C0157}" destId="{EC5B6648-D547-4342-8C9E-D3E0D3D27826}" srcOrd="0" destOrd="0" presId="urn:microsoft.com/office/officeart/2005/8/layout/hierarchy4"/>
    <dgm:cxn modelId="{E6996791-17CE-40C8-A0A7-DEE1D9AB5283}" type="presParOf" srcId="{1EE95E22-ED25-4951-9311-6D7A073C0157}" destId="{FCE10233-80E9-4EF8-AFAE-5AABFFBC53B6}" srcOrd="1" destOrd="0" presId="urn:microsoft.com/office/officeart/2005/8/layout/hierarchy4"/>
    <dgm:cxn modelId="{72D27A75-8AC8-42DC-B60F-E2B615FA91E3}" type="presParOf" srcId="{03EB3F9B-0569-4B7E-8FC5-E96E9D4DCC23}" destId="{99FCBCED-D743-4A74-B2BE-FF9A59698776}" srcOrd="1" destOrd="0" presId="urn:microsoft.com/office/officeart/2005/8/layout/hierarchy4"/>
    <dgm:cxn modelId="{0AEC0DB7-5B4E-4A17-B06A-F802DDF9AF75}" type="presParOf" srcId="{03EB3F9B-0569-4B7E-8FC5-E96E9D4DCC23}" destId="{711EADE7-C5F4-415E-926C-C9EC31AC58C5}" srcOrd="2" destOrd="0" presId="urn:microsoft.com/office/officeart/2005/8/layout/hierarchy4"/>
    <dgm:cxn modelId="{69C866CC-97D9-49A7-8723-F2F4D300E162}" type="presParOf" srcId="{711EADE7-C5F4-415E-926C-C9EC31AC58C5}" destId="{707B511B-CDFA-43DA-9027-531AAA6303F0}" srcOrd="0" destOrd="0" presId="urn:microsoft.com/office/officeart/2005/8/layout/hierarchy4"/>
    <dgm:cxn modelId="{B9AB8215-1D62-4C61-A53F-5E2C0E0A4CD5}" type="presParOf" srcId="{711EADE7-C5F4-415E-926C-C9EC31AC58C5}" destId="{93BC0C9D-6D54-4AA3-844F-CCEEA3B063DA}" srcOrd="1" destOrd="0" presId="urn:microsoft.com/office/officeart/2005/8/layout/hierarchy4"/>
    <dgm:cxn modelId="{CB4BFFB0-CB6F-4A93-B3D5-54D1C1F57B7A}" type="presParOf" srcId="{0FAB9FB5-184E-40BC-A3A7-D4810DF9C37E}" destId="{1E7D6FEA-0A05-4121-994E-425D6441B95E}" srcOrd="1" destOrd="0" presId="urn:microsoft.com/office/officeart/2005/8/layout/hierarchy4"/>
    <dgm:cxn modelId="{0C9B25C0-1667-4AF4-A03A-966CBB19EE66}" type="presParOf" srcId="{0FAB9FB5-184E-40BC-A3A7-D4810DF9C37E}" destId="{E2FF8A57-348F-4C6F-906C-E2F54DB33EAC}" srcOrd="2" destOrd="0" presId="urn:microsoft.com/office/officeart/2005/8/layout/hierarchy4"/>
    <dgm:cxn modelId="{B0AF1779-C9A4-439C-B296-3CACC71464C2}" type="presParOf" srcId="{E2FF8A57-348F-4C6F-906C-E2F54DB33EAC}" destId="{F71BF88C-6B8B-4DD2-A128-B8F295A4B0FC}" srcOrd="0" destOrd="0" presId="urn:microsoft.com/office/officeart/2005/8/layout/hierarchy4"/>
    <dgm:cxn modelId="{CAA1AF17-909D-47C4-83AF-3A8B24563AD2}" type="presParOf" srcId="{E2FF8A57-348F-4C6F-906C-E2F54DB33EAC}" destId="{B22BD1B9-1766-40B6-B0E5-321EEA000AE7}" srcOrd="1" destOrd="0" presId="urn:microsoft.com/office/officeart/2005/8/layout/hierarchy4"/>
    <dgm:cxn modelId="{215BEF49-EC7D-4E5B-A1FD-610A5770403A}" type="presParOf" srcId="{E2FF8A57-348F-4C6F-906C-E2F54DB33EAC}" destId="{13253ECF-FC08-4C9A-A74C-987CB8523427}" srcOrd="2" destOrd="0" presId="urn:microsoft.com/office/officeart/2005/8/layout/hierarchy4"/>
    <dgm:cxn modelId="{859B5975-A947-46E2-9DD0-346A4D7FBCB6}" type="presParOf" srcId="{13253ECF-FC08-4C9A-A74C-987CB8523427}" destId="{5DCD0908-636D-4FB7-AE72-503E55D91A28}" srcOrd="0" destOrd="0" presId="urn:microsoft.com/office/officeart/2005/8/layout/hierarchy4"/>
    <dgm:cxn modelId="{5197F510-68E4-4A67-A8B4-711260DB4428}" type="presParOf" srcId="{5DCD0908-636D-4FB7-AE72-503E55D91A28}" destId="{9A799A06-7E22-4D1C-BC91-277E4BD57B87}" srcOrd="0" destOrd="0" presId="urn:microsoft.com/office/officeart/2005/8/layout/hierarchy4"/>
    <dgm:cxn modelId="{5A771E09-B285-4708-99C5-0A564B5BF427}" type="presParOf" srcId="{5DCD0908-636D-4FB7-AE72-503E55D91A28}" destId="{901E00BA-62F2-49AB-9B60-F3738564645E}" srcOrd="1" destOrd="0" presId="urn:microsoft.com/office/officeart/2005/8/layout/hierarchy4"/>
    <dgm:cxn modelId="{858538AC-32EE-4A2C-92EE-74EFD6845EAC}" type="presParOf" srcId="{13253ECF-FC08-4C9A-A74C-987CB8523427}" destId="{E990B170-CA9D-4647-808C-48B7A42FA230}" srcOrd="1" destOrd="0" presId="urn:microsoft.com/office/officeart/2005/8/layout/hierarchy4"/>
    <dgm:cxn modelId="{E90E2494-3B55-474D-A862-6B9625DD0B45}" type="presParOf" srcId="{13253ECF-FC08-4C9A-A74C-987CB8523427}" destId="{C16D265A-9A47-4E8E-A5F9-12CE2F91DEF5}" srcOrd="2" destOrd="0" presId="urn:microsoft.com/office/officeart/2005/8/layout/hierarchy4"/>
    <dgm:cxn modelId="{E30C1A62-9554-432D-B06C-2DA6C757C8BD}" type="presParOf" srcId="{C16D265A-9A47-4E8E-A5F9-12CE2F91DEF5}" destId="{6B32F8EC-E2F0-4A76-948C-20DC6E57D90C}" srcOrd="0" destOrd="0" presId="urn:microsoft.com/office/officeart/2005/8/layout/hierarchy4"/>
    <dgm:cxn modelId="{44C2C5BA-6D95-4DE2-AB5B-F489FD4D28E4}" type="presParOf" srcId="{C16D265A-9A47-4E8E-A5F9-12CE2F91DEF5}" destId="{A6903B12-10FE-484E-800E-88484391EBEC}" srcOrd="1" destOrd="0" presId="urn:microsoft.com/office/officeart/2005/8/layout/hierarchy4"/>
    <dgm:cxn modelId="{F9FA0DA6-50C4-4182-A660-9E8CD0F5BD05}" type="presParOf" srcId="{13253ECF-FC08-4C9A-A74C-987CB8523427}" destId="{3A7CF714-7D9B-462B-9B80-0A0482EC4F74}" srcOrd="3" destOrd="0" presId="urn:microsoft.com/office/officeart/2005/8/layout/hierarchy4"/>
    <dgm:cxn modelId="{6D9CA898-1741-4A7A-82DD-04422009F8B7}" type="presParOf" srcId="{13253ECF-FC08-4C9A-A74C-987CB8523427}" destId="{6B7B9070-9AEE-4E14-8B95-7DF50E34C1BE}" srcOrd="4" destOrd="0" presId="urn:microsoft.com/office/officeart/2005/8/layout/hierarchy4"/>
    <dgm:cxn modelId="{7A6E860D-1BC7-40E8-9646-9897E2C1D2EC}" type="presParOf" srcId="{6B7B9070-9AEE-4E14-8B95-7DF50E34C1BE}" destId="{A5D65A60-6EE2-48E9-B5C4-AE97D418BFAA}" srcOrd="0" destOrd="0" presId="urn:microsoft.com/office/officeart/2005/8/layout/hierarchy4"/>
    <dgm:cxn modelId="{923B0743-227C-46D0-96BC-756036ADCBCD}" type="presParOf" srcId="{6B7B9070-9AEE-4E14-8B95-7DF50E34C1BE}" destId="{B7AAB8C9-DFF9-4411-A53A-FEF32D0C77B5}" srcOrd="1" destOrd="0" presId="urn:microsoft.com/office/officeart/2005/8/layout/hierarchy4"/>
    <dgm:cxn modelId="{6A9758CD-2809-4D1C-B3BE-DFAF49C9703F}" type="presParOf" srcId="{0C8E34FD-A566-4B47-9666-4BF4F1FC859E}" destId="{C0774FBF-D26A-4D5D-8A52-4309019B70D2}" srcOrd="3" destOrd="0" presId="urn:microsoft.com/office/officeart/2005/8/layout/hierarchy4"/>
    <dgm:cxn modelId="{A0922DCD-51B0-4EF7-92B8-0E54DF385346}" type="presParOf" srcId="{0C8E34FD-A566-4B47-9666-4BF4F1FC859E}" destId="{A1F509D8-C533-4780-BB9F-6B69A695C8B2}" srcOrd="4" destOrd="0" presId="urn:microsoft.com/office/officeart/2005/8/layout/hierarchy4"/>
    <dgm:cxn modelId="{FE85D562-0F3D-4C5A-92C0-37E7DEF26892}" type="presParOf" srcId="{A1F509D8-C533-4780-BB9F-6B69A695C8B2}" destId="{CC493497-A5B7-4729-926D-002E8E454180}" srcOrd="0" destOrd="0" presId="urn:microsoft.com/office/officeart/2005/8/layout/hierarchy4"/>
    <dgm:cxn modelId="{2CCD59C6-4EB2-4BE0-A6FA-367EDC4494D0}" type="presParOf" srcId="{A1F509D8-C533-4780-BB9F-6B69A695C8B2}" destId="{44286F9B-3FD8-4E8A-BE2D-6684785BF610}" srcOrd="1" destOrd="0" presId="urn:microsoft.com/office/officeart/2005/8/layout/hierarchy4"/>
    <dgm:cxn modelId="{5F92E06E-6242-477B-A233-BBF3FD37D94B}" type="presParOf" srcId="{A1F509D8-C533-4780-BB9F-6B69A695C8B2}" destId="{E594A5C5-211D-40ED-9DAF-B12ACA48D855}" srcOrd="2" destOrd="0" presId="urn:microsoft.com/office/officeart/2005/8/layout/hierarchy4"/>
    <dgm:cxn modelId="{771B04A3-E8AA-4AF7-A890-C88F982CCA54}" type="presParOf" srcId="{E594A5C5-211D-40ED-9DAF-B12ACA48D855}" destId="{6D678B34-B556-459A-AAD7-789BAD9BC36B}" srcOrd="0" destOrd="0" presId="urn:microsoft.com/office/officeart/2005/8/layout/hierarchy4"/>
    <dgm:cxn modelId="{7EA7A90A-48E2-4B11-8D94-96967B679E41}" type="presParOf" srcId="{6D678B34-B556-459A-AAD7-789BAD9BC36B}" destId="{769FC1B0-7005-4E0B-AB19-BE065CD8C0B0}" srcOrd="0" destOrd="0" presId="urn:microsoft.com/office/officeart/2005/8/layout/hierarchy4"/>
    <dgm:cxn modelId="{0B5E74AC-73E7-475D-8149-9C23E4DEFB92}" type="presParOf" srcId="{6D678B34-B556-459A-AAD7-789BAD9BC36B}" destId="{65D22CC8-60B0-4928-8018-E7ACBECA8B06}" srcOrd="1" destOrd="0" presId="urn:microsoft.com/office/officeart/2005/8/layout/hierarchy4"/>
    <dgm:cxn modelId="{AAA502F4-3EAB-4FD2-96D0-DD6ABE10088F}" type="presParOf" srcId="{6D678B34-B556-459A-AAD7-789BAD9BC36B}" destId="{3A52EBDC-0A6B-4A39-92B5-988145289ED2}" srcOrd="2" destOrd="0" presId="urn:microsoft.com/office/officeart/2005/8/layout/hierarchy4"/>
    <dgm:cxn modelId="{2FB0F258-7198-4944-A976-57755F44A5D9}" type="presParOf" srcId="{3A52EBDC-0A6B-4A39-92B5-988145289ED2}" destId="{C1DE5075-D04A-4D97-B973-59B91069EF44}" srcOrd="0" destOrd="0" presId="urn:microsoft.com/office/officeart/2005/8/layout/hierarchy4"/>
    <dgm:cxn modelId="{DD9D3485-F1F0-4E02-84AC-B238A9F13063}" type="presParOf" srcId="{C1DE5075-D04A-4D97-B973-59B91069EF44}" destId="{29B2A3CC-0AF9-4FD8-9BEE-0E4A6999F895}" srcOrd="0" destOrd="0" presId="urn:microsoft.com/office/officeart/2005/8/layout/hierarchy4"/>
    <dgm:cxn modelId="{6F0D3AD9-BC37-4F40-BFF7-1D15F0228516}" type="presParOf" srcId="{C1DE5075-D04A-4D97-B973-59B91069EF44}" destId="{A0B6D9AA-7580-4590-9FE6-F16ED75B7832}" srcOrd="1" destOrd="0" presId="urn:microsoft.com/office/officeart/2005/8/layout/hierarchy4"/>
    <dgm:cxn modelId="{19F455F7-4B41-4EC5-B4EB-D6F940BCBD40}" type="presParOf" srcId="{3A52EBDC-0A6B-4A39-92B5-988145289ED2}" destId="{162AF3A9-5C8D-42EC-8652-5DABAE821F8D}" srcOrd="1" destOrd="0" presId="urn:microsoft.com/office/officeart/2005/8/layout/hierarchy4"/>
    <dgm:cxn modelId="{907E2D6D-6DC9-4593-84D8-F7BE5D732D58}" type="presParOf" srcId="{3A52EBDC-0A6B-4A39-92B5-988145289ED2}" destId="{C62B235E-A6AF-41AA-8CA7-5D72382C91CB}" srcOrd="2" destOrd="0" presId="urn:microsoft.com/office/officeart/2005/8/layout/hierarchy4"/>
    <dgm:cxn modelId="{4553C5A7-8AC2-4875-BCBB-D3DEC64BEB90}" type="presParOf" srcId="{C62B235E-A6AF-41AA-8CA7-5D72382C91CB}" destId="{85121222-EE99-43F8-B7B5-EBEF342D2AF7}" srcOrd="0" destOrd="0" presId="urn:microsoft.com/office/officeart/2005/8/layout/hierarchy4"/>
    <dgm:cxn modelId="{4F686DC9-FEB9-44F7-AA0F-42E767746561}" type="presParOf" srcId="{C62B235E-A6AF-41AA-8CA7-5D72382C91CB}" destId="{60495994-839E-4465-8133-D9006B184AB0}" srcOrd="1" destOrd="0" presId="urn:microsoft.com/office/officeart/2005/8/layout/hierarchy4"/>
    <dgm:cxn modelId="{0E67D257-3BBA-4F89-9AC1-6E17365429AC}" type="presParOf" srcId="{3A52EBDC-0A6B-4A39-92B5-988145289ED2}" destId="{EF65584D-C6FF-48A6-9F96-39BBF042EDA6}" srcOrd="3" destOrd="0" presId="urn:microsoft.com/office/officeart/2005/8/layout/hierarchy4"/>
    <dgm:cxn modelId="{53242E5B-6045-469D-BA13-98DF59DC446E}" type="presParOf" srcId="{3A52EBDC-0A6B-4A39-92B5-988145289ED2}" destId="{083586F3-A782-435A-AEC4-523403DA431D}" srcOrd="4" destOrd="0" presId="urn:microsoft.com/office/officeart/2005/8/layout/hierarchy4"/>
    <dgm:cxn modelId="{933D5331-9D09-49AE-8CC0-2838E47C6687}" type="presParOf" srcId="{083586F3-A782-435A-AEC4-523403DA431D}" destId="{96C4E5E3-71F4-4922-8333-262FFAE9A36A}" srcOrd="0" destOrd="0" presId="urn:microsoft.com/office/officeart/2005/8/layout/hierarchy4"/>
    <dgm:cxn modelId="{1093853C-34F5-40C7-BD9B-E289E3172DD0}" type="presParOf" srcId="{083586F3-A782-435A-AEC4-523403DA431D}" destId="{73F94366-BBD4-48D1-B6A1-22AEC8C3E125}" srcOrd="1" destOrd="0" presId="urn:microsoft.com/office/officeart/2005/8/layout/hierarchy4"/>
    <dgm:cxn modelId="{41796F61-275B-4380-B2FE-9EA05D9207D1}" type="presParOf" srcId="{E594A5C5-211D-40ED-9DAF-B12ACA48D855}" destId="{70E36E85-A88C-425A-9591-FDAE8725C466}" srcOrd="1" destOrd="0" presId="urn:microsoft.com/office/officeart/2005/8/layout/hierarchy4"/>
    <dgm:cxn modelId="{7F587365-9ED8-41D1-ABBE-AE2CB83C970C}" type="presParOf" srcId="{E594A5C5-211D-40ED-9DAF-B12ACA48D855}" destId="{46570A4D-837B-4B36-9335-B379DFC01311}" srcOrd="2" destOrd="0" presId="urn:microsoft.com/office/officeart/2005/8/layout/hierarchy4"/>
    <dgm:cxn modelId="{0EC3FD8A-2B87-417F-8211-233A8B67496E}" type="presParOf" srcId="{46570A4D-837B-4B36-9335-B379DFC01311}" destId="{A5610C2C-E606-4C43-BDE3-0BD1D9CFB2F8}" srcOrd="0" destOrd="0" presId="urn:microsoft.com/office/officeart/2005/8/layout/hierarchy4"/>
    <dgm:cxn modelId="{0B820845-BB23-4F5C-8044-3D52AC5E40DA}" type="presParOf" srcId="{46570A4D-837B-4B36-9335-B379DFC01311}" destId="{0188EDCA-F700-4E19-9FC9-A5A33E102BCA}" srcOrd="1" destOrd="0" presId="urn:microsoft.com/office/officeart/2005/8/layout/hierarchy4"/>
    <dgm:cxn modelId="{6366138B-2F40-4C0E-9593-4800F9711C8B}" type="presParOf" srcId="{E594A5C5-211D-40ED-9DAF-B12ACA48D855}" destId="{627B6881-9667-43AC-9FEF-EEB30C0E265E}" srcOrd="3" destOrd="0" presId="urn:microsoft.com/office/officeart/2005/8/layout/hierarchy4"/>
    <dgm:cxn modelId="{968A9B52-C70E-446D-A5E1-C833A71C6470}" type="presParOf" srcId="{E594A5C5-211D-40ED-9DAF-B12ACA48D855}" destId="{674B343A-04E4-419D-BF2E-509BF6EF392F}" srcOrd="4" destOrd="0" presId="urn:microsoft.com/office/officeart/2005/8/layout/hierarchy4"/>
    <dgm:cxn modelId="{3ABB2CF9-6C35-45E3-AD43-10FCCCC5E16C}" type="presParOf" srcId="{674B343A-04E4-419D-BF2E-509BF6EF392F}" destId="{4D7B3A02-C244-4486-84E0-AE1E43AB07F6}" srcOrd="0" destOrd="0" presId="urn:microsoft.com/office/officeart/2005/8/layout/hierarchy4"/>
    <dgm:cxn modelId="{FDA9C9B1-5DC0-47D8-91B4-98BB31588663}" type="presParOf" srcId="{674B343A-04E4-419D-BF2E-509BF6EF392F}" destId="{53A9FBE2-09EC-4AFF-9256-A16CD2A7098C}" srcOrd="1" destOrd="0" presId="urn:microsoft.com/office/officeart/2005/8/layout/hierarchy4"/>
    <dgm:cxn modelId="{AAA98251-6C02-43F6-87BF-8A077AF488DC}" type="presParOf" srcId="{E594A5C5-211D-40ED-9DAF-B12ACA48D855}" destId="{74D4EA3B-FB3C-4112-B170-5BCB445CBD98}" srcOrd="5" destOrd="0" presId="urn:microsoft.com/office/officeart/2005/8/layout/hierarchy4"/>
    <dgm:cxn modelId="{DCE0C151-9B35-434F-A303-41D638C0550C}" type="presParOf" srcId="{E594A5C5-211D-40ED-9DAF-B12ACA48D855}" destId="{78525723-E12E-452A-AA61-8156FD52805B}" srcOrd="6" destOrd="0" presId="urn:microsoft.com/office/officeart/2005/8/layout/hierarchy4"/>
    <dgm:cxn modelId="{C90B9227-98D0-4747-AC0F-039EB7F72E63}" type="presParOf" srcId="{78525723-E12E-452A-AA61-8156FD52805B}" destId="{4B9C70D9-D328-4254-9B6D-7671C6A8A23D}" srcOrd="0" destOrd="0" presId="urn:microsoft.com/office/officeart/2005/8/layout/hierarchy4"/>
    <dgm:cxn modelId="{F0BA4579-23F4-4517-8782-686B03EC8EEE}" type="presParOf" srcId="{78525723-E12E-452A-AA61-8156FD52805B}" destId="{6A86A6BD-C11D-407E-897D-CD884BA32552}" srcOrd="1" destOrd="0" presId="urn:microsoft.com/office/officeart/2005/8/layout/hierarchy4"/>
  </dgm:cxnLst>
  <dgm:bg/>
  <dgm:whole>
    <a:ln w="57150"/>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092DC-7D27-4103-943E-C8639682C476}">
      <dsp:nvSpPr>
        <dsp:cNvPr id="0" name=""/>
        <dsp:cNvSpPr/>
      </dsp:nvSpPr>
      <dsp:spPr>
        <a:xfrm>
          <a:off x="6033" y="1141"/>
          <a:ext cx="10845229"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CISO</a:t>
          </a:r>
        </a:p>
      </dsp:txBody>
      <dsp:txXfrm>
        <a:off x="32718" y="27826"/>
        <a:ext cx="10791859" cy="857731"/>
      </dsp:txXfrm>
    </dsp:sp>
    <dsp:sp modelId="{7B100131-34EC-4BBE-83F1-F932A72558FB}">
      <dsp:nvSpPr>
        <dsp:cNvPr id="0" name=""/>
        <dsp:cNvSpPr/>
      </dsp:nvSpPr>
      <dsp:spPr>
        <a:xfrm>
          <a:off x="6033" y="1048807"/>
          <a:ext cx="2277925"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Director</a:t>
          </a:r>
        </a:p>
      </dsp:txBody>
      <dsp:txXfrm>
        <a:off x="32718" y="1075492"/>
        <a:ext cx="2224555" cy="857731"/>
      </dsp:txXfrm>
    </dsp:sp>
    <dsp:sp modelId="{0DCF9C8C-3F74-4BF6-BEBF-8EF6C71D2449}">
      <dsp:nvSpPr>
        <dsp:cNvPr id="0" name=""/>
        <dsp:cNvSpPr/>
      </dsp:nvSpPr>
      <dsp:spPr>
        <a:xfrm>
          <a:off x="6033" y="2096474"/>
          <a:ext cx="2277925"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Red Team Manager</a:t>
          </a:r>
        </a:p>
      </dsp:txBody>
      <dsp:txXfrm>
        <a:off x="32718" y="2123159"/>
        <a:ext cx="2224555" cy="857731"/>
      </dsp:txXfrm>
    </dsp:sp>
    <dsp:sp modelId="{2A492390-34B9-445F-ADC5-46A9E057BB59}">
      <dsp:nvSpPr>
        <dsp:cNvPr id="0" name=""/>
        <dsp:cNvSpPr/>
      </dsp:nvSpPr>
      <dsp:spPr>
        <a:xfrm>
          <a:off x="6033"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Pentest L1</a:t>
          </a:r>
        </a:p>
      </dsp:txBody>
      <dsp:txXfrm>
        <a:off x="27965" y="3166072"/>
        <a:ext cx="704960" cy="867237"/>
      </dsp:txXfrm>
    </dsp:sp>
    <dsp:sp modelId="{708FADF7-FF48-4371-9BB9-59AB0F3BC145}">
      <dsp:nvSpPr>
        <dsp:cNvPr id="0" name=""/>
        <dsp:cNvSpPr/>
      </dsp:nvSpPr>
      <dsp:spPr>
        <a:xfrm>
          <a:off x="770583"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PenTest L2</a:t>
          </a:r>
        </a:p>
      </dsp:txBody>
      <dsp:txXfrm>
        <a:off x="792515" y="3166072"/>
        <a:ext cx="704960" cy="867237"/>
      </dsp:txXfrm>
    </dsp:sp>
    <dsp:sp modelId="{DD8B3D11-1234-43B2-853C-ACBB9CB1EBAC}">
      <dsp:nvSpPr>
        <dsp:cNvPr id="0" name=""/>
        <dsp:cNvSpPr/>
      </dsp:nvSpPr>
      <dsp:spPr>
        <a:xfrm>
          <a:off x="1535133"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Yu Gothic" panose="020B0400000000000000" pitchFamily="34" charset="-128"/>
              <a:ea typeface="Yu Gothic" panose="020B0400000000000000" pitchFamily="34" charset="-128"/>
            </a:rPr>
            <a:t>PenTest L3</a:t>
          </a:r>
          <a:endParaRPr lang="en-US" sz="1000" b="1" kern="1200" dirty="0">
            <a:latin typeface="Yu Gothic" panose="020B0400000000000000" pitchFamily="34" charset="-128"/>
            <a:ea typeface="Yu Gothic" panose="020B0400000000000000" pitchFamily="34" charset="-128"/>
          </a:endParaRPr>
        </a:p>
      </dsp:txBody>
      <dsp:txXfrm>
        <a:off x="1557065" y="3166072"/>
        <a:ext cx="704960" cy="867237"/>
      </dsp:txXfrm>
    </dsp:sp>
    <dsp:sp modelId="{2A1D7768-E0B0-4A84-95E0-ED4A7E5AC7F3}">
      <dsp:nvSpPr>
        <dsp:cNvPr id="0" name=""/>
        <dsp:cNvSpPr/>
      </dsp:nvSpPr>
      <dsp:spPr>
        <a:xfrm>
          <a:off x="2346860" y="1048807"/>
          <a:ext cx="3822750"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SVP</a:t>
          </a:r>
        </a:p>
      </dsp:txBody>
      <dsp:txXfrm>
        <a:off x="2373545" y="1075492"/>
        <a:ext cx="3769380" cy="857731"/>
      </dsp:txXfrm>
    </dsp:sp>
    <dsp:sp modelId="{E0CEF41C-E5DE-4E52-804D-97AE8FCD65AA}">
      <dsp:nvSpPr>
        <dsp:cNvPr id="0" name=""/>
        <dsp:cNvSpPr/>
      </dsp:nvSpPr>
      <dsp:spPr>
        <a:xfrm>
          <a:off x="2346860" y="2096474"/>
          <a:ext cx="151337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Security Architecture</a:t>
          </a:r>
        </a:p>
      </dsp:txBody>
      <dsp:txXfrm>
        <a:off x="2373545" y="2123159"/>
        <a:ext cx="1460004" cy="857731"/>
      </dsp:txXfrm>
    </dsp:sp>
    <dsp:sp modelId="{EC5B6648-D547-4342-8C9E-D3E0D3D27826}">
      <dsp:nvSpPr>
        <dsp:cNvPr id="0" name=""/>
        <dsp:cNvSpPr/>
      </dsp:nvSpPr>
      <dsp:spPr>
        <a:xfrm>
          <a:off x="2346860"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Enterprise Architect</a:t>
          </a:r>
        </a:p>
      </dsp:txBody>
      <dsp:txXfrm>
        <a:off x="2368792" y="3166072"/>
        <a:ext cx="704960" cy="867237"/>
      </dsp:txXfrm>
    </dsp:sp>
    <dsp:sp modelId="{707B511B-CDFA-43DA-9027-531AAA6303F0}">
      <dsp:nvSpPr>
        <dsp:cNvPr id="0" name=""/>
        <dsp:cNvSpPr/>
      </dsp:nvSpPr>
      <dsp:spPr>
        <a:xfrm>
          <a:off x="3111410"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Cloud Architect</a:t>
          </a:r>
          <a:endParaRPr lang="en-IN" sz="1000" kern="1200">
            <a:latin typeface="Yu Gothic" panose="020B0400000000000000" pitchFamily="34" charset="-128"/>
            <a:ea typeface="Yu Gothic" panose="020B0400000000000000" pitchFamily="34" charset="-128"/>
          </a:endParaRPr>
        </a:p>
      </dsp:txBody>
      <dsp:txXfrm>
        <a:off x="3133342" y="3166072"/>
        <a:ext cx="704960" cy="867237"/>
      </dsp:txXfrm>
    </dsp:sp>
    <dsp:sp modelId="{F71BF88C-6B8B-4DD2-A128-B8F295A4B0FC}">
      <dsp:nvSpPr>
        <dsp:cNvPr id="0" name=""/>
        <dsp:cNvSpPr/>
      </dsp:nvSpPr>
      <dsp:spPr>
        <a:xfrm>
          <a:off x="3891685" y="2096474"/>
          <a:ext cx="2277925"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Yu Gothic" panose="020B0400000000000000" pitchFamily="34" charset="-128"/>
              <a:ea typeface="Yu Gothic" panose="020B0400000000000000" pitchFamily="34" charset="-128"/>
            </a:rPr>
            <a:t>Threat Intelligence Manager</a:t>
          </a:r>
          <a:endParaRPr lang="en-US" sz="1000" b="1" kern="1200" dirty="0">
            <a:latin typeface="Yu Gothic" panose="020B0400000000000000" pitchFamily="34" charset="-128"/>
            <a:ea typeface="Yu Gothic" panose="020B0400000000000000" pitchFamily="34" charset="-128"/>
          </a:endParaRPr>
        </a:p>
      </dsp:txBody>
      <dsp:txXfrm>
        <a:off x="3918370" y="2123159"/>
        <a:ext cx="2224555" cy="857731"/>
      </dsp:txXfrm>
    </dsp:sp>
    <dsp:sp modelId="{9A799A06-7E22-4D1C-BC91-277E4BD57B87}">
      <dsp:nvSpPr>
        <dsp:cNvPr id="0" name=""/>
        <dsp:cNvSpPr/>
      </dsp:nvSpPr>
      <dsp:spPr>
        <a:xfrm>
          <a:off x="3891685"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Sources</a:t>
          </a:r>
        </a:p>
      </dsp:txBody>
      <dsp:txXfrm>
        <a:off x="3913617" y="3166072"/>
        <a:ext cx="704960" cy="867237"/>
      </dsp:txXfrm>
    </dsp:sp>
    <dsp:sp modelId="{6B32F8EC-E2F0-4A76-948C-20DC6E57D90C}">
      <dsp:nvSpPr>
        <dsp:cNvPr id="0" name=""/>
        <dsp:cNvSpPr/>
      </dsp:nvSpPr>
      <dsp:spPr>
        <a:xfrm>
          <a:off x="4656235"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Yu Gothic" panose="020B0400000000000000" pitchFamily="34" charset="-128"/>
              <a:ea typeface="Yu Gothic" panose="020B0400000000000000" pitchFamily="34" charset="-128"/>
            </a:rPr>
            <a:t>Analysis</a:t>
          </a:r>
          <a:endParaRPr lang="en-US" sz="1000" b="1" kern="1200" dirty="0">
            <a:latin typeface="Yu Gothic" panose="020B0400000000000000" pitchFamily="34" charset="-128"/>
            <a:ea typeface="Yu Gothic" panose="020B0400000000000000" pitchFamily="34" charset="-128"/>
          </a:endParaRPr>
        </a:p>
      </dsp:txBody>
      <dsp:txXfrm>
        <a:off x="4678167" y="3166072"/>
        <a:ext cx="704960" cy="867237"/>
      </dsp:txXfrm>
    </dsp:sp>
    <dsp:sp modelId="{A5D65A60-6EE2-48E9-B5C4-AE97D418BFAA}">
      <dsp:nvSpPr>
        <dsp:cNvPr id="0" name=""/>
        <dsp:cNvSpPr/>
      </dsp:nvSpPr>
      <dsp:spPr>
        <a:xfrm>
          <a:off x="5420785"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Reporting</a:t>
          </a:r>
        </a:p>
      </dsp:txBody>
      <dsp:txXfrm>
        <a:off x="5442717" y="3166072"/>
        <a:ext cx="704960" cy="867237"/>
      </dsp:txXfrm>
    </dsp:sp>
    <dsp:sp modelId="{CC493497-A5B7-4729-926D-002E8E454180}">
      <dsp:nvSpPr>
        <dsp:cNvPr id="0" name=""/>
        <dsp:cNvSpPr/>
      </dsp:nvSpPr>
      <dsp:spPr>
        <a:xfrm>
          <a:off x="6232511" y="1048807"/>
          <a:ext cx="4618751"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VP</a:t>
          </a:r>
        </a:p>
      </dsp:txBody>
      <dsp:txXfrm>
        <a:off x="6259196" y="1075492"/>
        <a:ext cx="4565381" cy="857731"/>
      </dsp:txXfrm>
    </dsp:sp>
    <dsp:sp modelId="{769FC1B0-7005-4E0B-AB19-BE065CD8C0B0}">
      <dsp:nvSpPr>
        <dsp:cNvPr id="0" name=""/>
        <dsp:cNvSpPr/>
      </dsp:nvSpPr>
      <dsp:spPr>
        <a:xfrm>
          <a:off x="6232511" y="2096474"/>
          <a:ext cx="2277925"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100000"/>
            </a:lnSpc>
            <a:spcBef>
              <a:spcPct val="0"/>
            </a:spcBef>
            <a:spcAft>
              <a:spcPts val="0"/>
            </a:spcAft>
            <a:buNone/>
          </a:pPr>
          <a:r>
            <a:rPr lang="en-US" sz="1000" b="1" kern="1200" dirty="0">
              <a:latin typeface="Yu Gothic" panose="020B0400000000000000" pitchFamily="34" charset="-128"/>
              <a:ea typeface="Yu Gothic" panose="020B0400000000000000" pitchFamily="34" charset="-128"/>
            </a:rPr>
            <a:t>SOC</a:t>
          </a:r>
        </a:p>
        <a:p>
          <a:pPr marL="0" lvl="0" indent="0" algn="ctr" defTabSz="444500">
            <a:lnSpc>
              <a:spcPct val="100000"/>
            </a:lnSpc>
            <a:spcBef>
              <a:spcPct val="0"/>
            </a:spcBef>
            <a:spcAft>
              <a:spcPts val="0"/>
            </a:spcAft>
            <a:buNone/>
          </a:pPr>
          <a:r>
            <a:rPr lang="en-US" sz="1000" b="1" kern="1200" dirty="0">
              <a:latin typeface="Yu Gothic" panose="020B0400000000000000" pitchFamily="34" charset="-128"/>
              <a:ea typeface="Yu Gothic" panose="020B0400000000000000" pitchFamily="34" charset="-128"/>
            </a:rPr>
            <a:t>Manager</a:t>
          </a:r>
        </a:p>
      </dsp:txBody>
      <dsp:txXfrm>
        <a:off x="6259196" y="2123159"/>
        <a:ext cx="2224555" cy="857731"/>
      </dsp:txXfrm>
    </dsp:sp>
    <dsp:sp modelId="{29B2A3CC-0AF9-4FD8-9BEE-0E4A6999F895}">
      <dsp:nvSpPr>
        <dsp:cNvPr id="0" name=""/>
        <dsp:cNvSpPr/>
      </dsp:nvSpPr>
      <dsp:spPr>
        <a:xfrm>
          <a:off x="6232511"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SOC L1</a:t>
          </a:r>
        </a:p>
      </dsp:txBody>
      <dsp:txXfrm>
        <a:off x="6254443" y="3166072"/>
        <a:ext cx="704960" cy="867237"/>
      </dsp:txXfrm>
    </dsp:sp>
    <dsp:sp modelId="{85121222-EE99-43F8-B7B5-EBEF342D2AF7}">
      <dsp:nvSpPr>
        <dsp:cNvPr id="0" name=""/>
        <dsp:cNvSpPr/>
      </dsp:nvSpPr>
      <dsp:spPr>
        <a:xfrm>
          <a:off x="6997062"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Yu Gothic" panose="020B0400000000000000" pitchFamily="34" charset="-128"/>
              <a:ea typeface="Yu Gothic" panose="020B0400000000000000" pitchFamily="34" charset="-128"/>
            </a:rPr>
            <a:t>SOC L2</a:t>
          </a:r>
          <a:endParaRPr lang="en-US" sz="1000" b="1" kern="1200" dirty="0">
            <a:latin typeface="Yu Gothic" panose="020B0400000000000000" pitchFamily="34" charset="-128"/>
            <a:ea typeface="Yu Gothic" panose="020B0400000000000000" pitchFamily="34" charset="-128"/>
          </a:endParaRPr>
        </a:p>
      </dsp:txBody>
      <dsp:txXfrm>
        <a:off x="7018994" y="3166072"/>
        <a:ext cx="704960" cy="867237"/>
      </dsp:txXfrm>
    </dsp:sp>
    <dsp:sp modelId="{96C4E5E3-71F4-4922-8333-262FFAE9A36A}">
      <dsp:nvSpPr>
        <dsp:cNvPr id="0" name=""/>
        <dsp:cNvSpPr/>
      </dsp:nvSpPr>
      <dsp:spPr>
        <a:xfrm>
          <a:off x="7761612" y="3144140"/>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SOC L3</a:t>
          </a:r>
        </a:p>
      </dsp:txBody>
      <dsp:txXfrm>
        <a:off x="7783544" y="3166072"/>
        <a:ext cx="704960" cy="867237"/>
      </dsp:txXfrm>
    </dsp:sp>
    <dsp:sp modelId="{A5610C2C-E606-4C43-BDE3-0BD1D9CFB2F8}">
      <dsp:nvSpPr>
        <dsp:cNvPr id="0" name=""/>
        <dsp:cNvSpPr/>
      </dsp:nvSpPr>
      <dsp:spPr>
        <a:xfrm>
          <a:off x="8541887" y="2096474"/>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dirty="0">
              <a:latin typeface="Yu Gothic" panose="020B0400000000000000" pitchFamily="34" charset="-128"/>
              <a:ea typeface="Yu Gothic" panose="020B0400000000000000" pitchFamily="34" charset="-128"/>
            </a:rPr>
            <a:t>Program Management</a:t>
          </a:r>
        </a:p>
      </dsp:txBody>
      <dsp:txXfrm>
        <a:off x="8563819" y="2118406"/>
        <a:ext cx="704960" cy="867237"/>
      </dsp:txXfrm>
    </dsp:sp>
    <dsp:sp modelId="{4D7B3A02-C244-4486-84E0-AE1E43AB07F6}">
      <dsp:nvSpPr>
        <dsp:cNvPr id="0" name=""/>
        <dsp:cNvSpPr/>
      </dsp:nvSpPr>
      <dsp:spPr>
        <a:xfrm>
          <a:off x="9322163" y="2096474"/>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Yu Gothic" panose="020B0400000000000000" pitchFamily="34" charset="-128"/>
              <a:ea typeface="Yu Gothic" panose="020B0400000000000000" pitchFamily="34" charset="-128"/>
            </a:rPr>
            <a:t>Vulnerability Management</a:t>
          </a:r>
          <a:endParaRPr lang="en-US" sz="1000" b="1" kern="1200" dirty="0">
            <a:latin typeface="Yu Gothic" panose="020B0400000000000000" pitchFamily="34" charset="-128"/>
            <a:ea typeface="Yu Gothic" panose="020B0400000000000000" pitchFamily="34" charset="-128"/>
          </a:endParaRPr>
        </a:p>
      </dsp:txBody>
      <dsp:txXfrm>
        <a:off x="9344095" y="2118406"/>
        <a:ext cx="704960" cy="867237"/>
      </dsp:txXfrm>
    </dsp:sp>
    <dsp:sp modelId="{4B9C70D9-D328-4254-9B6D-7671C6A8A23D}">
      <dsp:nvSpPr>
        <dsp:cNvPr id="0" name=""/>
        <dsp:cNvSpPr/>
      </dsp:nvSpPr>
      <dsp:spPr>
        <a:xfrm>
          <a:off x="10102438" y="2096474"/>
          <a:ext cx="748824" cy="911101"/>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1" kern="1200">
              <a:latin typeface="Yu Gothic" panose="020B0400000000000000" pitchFamily="34" charset="-128"/>
              <a:ea typeface="Yu Gothic" panose="020B0400000000000000" pitchFamily="34" charset="-128"/>
            </a:rPr>
            <a:t>Malware Analysis</a:t>
          </a:r>
          <a:endParaRPr lang="en-US" sz="1000" b="1" kern="1200" dirty="0">
            <a:latin typeface="Yu Gothic" panose="020B0400000000000000" pitchFamily="34" charset="-128"/>
            <a:ea typeface="Yu Gothic" panose="020B0400000000000000" pitchFamily="34" charset="-128"/>
          </a:endParaRPr>
        </a:p>
      </dsp:txBody>
      <dsp:txXfrm>
        <a:off x="10124370" y="2118406"/>
        <a:ext cx="704960" cy="86723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2/28/2026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2/28/2026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Title Here</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Subtitle</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r>
              <a:rPr lang="en-US" dirty="0"/>
              <a:t>Section Header01</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Section Header02</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Subtitle</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Security Organization Chart</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graphicFrame>
        <p:nvGraphicFramePr>
          <p:cNvPr id="5" name="Content Placeholder 5" descr="Horizontal Organization Chart" title="SmartArt">
            <a:extLst>
              <a:ext uri="{FF2B5EF4-FFF2-40B4-BE49-F238E27FC236}">
                <a16:creationId xmlns:a16="http://schemas.microsoft.com/office/drawing/2014/main" id="{6C927DE2-7D79-3811-2C4D-2202668820C6}"/>
              </a:ext>
            </a:extLst>
          </p:cNvPr>
          <p:cNvGraphicFramePr>
            <a:graphicFrameLocks/>
          </p:cNvGraphicFramePr>
          <p:nvPr>
            <p:extLst>
              <p:ext uri="{D42A27DB-BD31-4B8C-83A1-F6EECF244321}">
                <p14:modId xmlns:p14="http://schemas.microsoft.com/office/powerpoint/2010/main" val="1276090356"/>
              </p:ext>
            </p:extLst>
          </p:nvPr>
        </p:nvGraphicFramePr>
        <p:xfrm>
          <a:off x="801303" y="1535894"/>
          <a:ext cx="10857297" cy="4056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EC60B-6173-B12F-C3C9-1A7F99655BA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D182FD-77A7-0005-97FD-FDB51B89B36D}"/>
              </a:ext>
            </a:extLst>
          </p:cNvPr>
          <p:cNvSpPr>
            <a:spLocks noGrp="1"/>
          </p:cNvSpPr>
          <p:nvPr>
            <p:ph type="title"/>
          </p:nvPr>
        </p:nvSpPr>
        <p:spPr/>
        <p:txBody>
          <a:bodyPr/>
          <a:lstStyle/>
          <a:p>
            <a:r>
              <a:rPr lang="en-US" dirty="0"/>
              <a:t>SIEM Engineer </a:t>
            </a:r>
          </a:p>
        </p:txBody>
      </p:sp>
      <p:sp>
        <p:nvSpPr>
          <p:cNvPr id="10" name="Text Placeholder 9">
            <a:extLst>
              <a:ext uri="{FF2B5EF4-FFF2-40B4-BE49-F238E27FC236}">
                <a16:creationId xmlns:a16="http://schemas.microsoft.com/office/drawing/2014/main" id="{18487072-A52F-52BE-4531-C4CF6C049D82}"/>
              </a:ext>
            </a:extLst>
          </p:cNvPr>
          <p:cNvSpPr>
            <a:spLocks noGrp="1"/>
          </p:cNvSpPr>
          <p:nvPr>
            <p:ph type="body" sz="quarter" idx="13"/>
          </p:nvPr>
        </p:nvSpPr>
        <p:spPr>
          <a:xfrm>
            <a:off x="444500" y="1275369"/>
            <a:ext cx="11510078" cy="4842792"/>
          </a:xfrm>
        </p:spPr>
        <p:txBody>
          <a:bodyPr/>
          <a:lstStyle/>
          <a:p>
            <a:pPr marL="0" indent="0">
              <a:buNone/>
            </a:pPr>
            <a:r>
              <a:rPr lang="en-IN" b="1" dirty="0"/>
              <a:t>Key Responsibilities:</a:t>
            </a:r>
          </a:p>
          <a:p>
            <a:pPr lvl="0"/>
            <a:r>
              <a:rPr lang="en-IN" b="1" dirty="0"/>
              <a:t>SIEM Configuration:</a:t>
            </a:r>
            <a:r>
              <a:rPr lang="en-IN" dirty="0"/>
              <a:t> Configure Microsoft Sentinel for real-time alerting and event monitoring.</a:t>
            </a:r>
          </a:p>
          <a:p>
            <a:pPr lvl="0"/>
            <a:r>
              <a:rPr lang="en-IN" b="1" dirty="0"/>
              <a:t>Cloud Security Monitoring:</a:t>
            </a:r>
            <a:r>
              <a:rPr lang="en-IN" dirty="0"/>
              <a:t> Monitor cloud security using Microsoft Defender for Cloud and Microsoft Sentinel.</a:t>
            </a:r>
          </a:p>
          <a:p>
            <a:pPr lvl="0"/>
            <a:r>
              <a:rPr lang="en-IN" b="1" dirty="0"/>
              <a:t>Cloud Operations:</a:t>
            </a:r>
            <a:r>
              <a:rPr lang="en-IN" dirty="0"/>
              <a:t> Manage cloud operations using tools like Log Analytics, Azure Monitor, and Azure Security Center.</a:t>
            </a:r>
          </a:p>
          <a:p>
            <a:pPr lvl="0"/>
            <a:r>
              <a:rPr lang="en-IN" b="1" dirty="0"/>
              <a:t>Automation:</a:t>
            </a:r>
            <a:r>
              <a:rPr lang="en-IN" dirty="0"/>
              <a:t> Implement change automation and orchestration.</a:t>
            </a:r>
          </a:p>
          <a:p>
            <a:pPr lvl="0"/>
            <a:r>
              <a:rPr lang="en-IN" b="1" dirty="0"/>
              <a:t>Data Integration:</a:t>
            </a:r>
            <a:r>
              <a:rPr lang="en-IN" dirty="0"/>
              <a:t> Integrate logs from third-party sources into the Sentinel MDR platform.</a:t>
            </a:r>
          </a:p>
          <a:p>
            <a:pPr lvl="0"/>
            <a:r>
              <a:rPr lang="en-IN" b="1" dirty="0"/>
              <a:t>SIEM Architecture:</a:t>
            </a:r>
            <a:r>
              <a:rPr lang="en-IN" dirty="0"/>
              <a:t> Monitor the SIEM architecture to ensure data flow.</a:t>
            </a:r>
          </a:p>
          <a:p>
            <a:pPr lvl="0"/>
            <a:r>
              <a:rPr lang="en-IN" b="1" dirty="0"/>
              <a:t>Reporting:</a:t>
            </a:r>
            <a:r>
              <a:rPr lang="en-IN" dirty="0"/>
              <a:t> Create custom dashboards and reports to meet customer needs.</a:t>
            </a:r>
          </a:p>
          <a:p>
            <a:pPr lvl="0"/>
            <a:r>
              <a:rPr lang="en-IN" b="1" dirty="0"/>
              <a:t>SIEM Design:</a:t>
            </a:r>
            <a:r>
              <a:rPr lang="en-IN" dirty="0"/>
              <a:t> Participate in design discussions for SIEM integrations.</a:t>
            </a:r>
          </a:p>
          <a:p>
            <a:pPr lvl="0"/>
            <a:r>
              <a:rPr lang="en-IN" b="1" dirty="0"/>
              <a:t>Data Analysis:</a:t>
            </a:r>
            <a:r>
              <a:rPr lang="en-IN" dirty="0"/>
              <a:t> Write queries using KQL or SPL to analyse data.</a:t>
            </a:r>
          </a:p>
          <a:p>
            <a:pPr lvl="0"/>
            <a:r>
              <a:rPr lang="en-IN" b="1" dirty="0"/>
              <a:t>SIEM Upgrades:</a:t>
            </a:r>
            <a:r>
              <a:rPr lang="en-IN" dirty="0"/>
              <a:t> Perform upgrades of SIEM-specific applications.</a:t>
            </a:r>
          </a:p>
          <a:p>
            <a:pPr lvl="0"/>
            <a:r>
              <a:rPr lang="en-IN" b="1" dirty="0"/>
              <a:t>Production Support:</a:t>
            </a:r>
            <a:r>
              <a:rPr lang="en-IN" dirty="0"/>
              <a:t> Participate in production support calls and root cause analysis.</a:t>
            </a:r>
          </a:p>
          <a:p>
            <a:r>
              <a:rPr lang="en-IN" b="1" dirty="0"/>
              <a:t>Query Languages:</a:t>
            </a:r>
            <a:r>
              <a:rPr lang="en-IN" dirty="0"/>
              <a:t> Proficiency in query languages and data analysis.</a:t>
            </a:r>
          </a:p>
        </p:txBody>
      </p:sp>
      <p:sp>
        <p:nvSpPr>
          <p:cNvPr id="2" name="Slide Number Placeholder 1">
            <a:extLst>
              <a:ext uri="{FF2B5EF4-FFF2-40B4-BE49-F238E27FC236}">
                <a16:creationId xmlns:a16="http://schemas.microsoft.com/office/drawing/2014/main" id="{CFDBE3DF-0AF4-768D-7BEB-8DADC2973084}"/>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Tree>
    <p:extLst>
      <p:ext uri="{BB962C8B-B14F-4D97-AF65-F5344CB8AC3E}">
        <p14:creationId xmlns:p14="http://schemas.microsoft.com/office/powerpoint/2010/main" val="2256701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0D41-876E-8BE5-34F2-37D3B5C95DA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D89354F-263F-A6D4-E124-096980C50E44}"/>
              </a:ext>
            </a:extLst>
          </p:cNvPr>
          <p:cNvSpPr>
            <a:spLocks noGrp="1"/>
          </p:cNvSpPr>
          <p:nvPr>
            <p:ph type="title"/>
          </p:nvPr>
        </p:nvSpPr>
        <p:spPr/>
        <p:txBody>
          <a:bodyPr/>
          <a:lstStyle/>
          <a:p>
            <a:r>
              <a:rPr lang="en-US" dirty="0"/>
              <a:t>Security Researcher (Microsoft Defender)</a:t>
            </a:r>
          </a:p>
        </p:txBody>
      </p:sp>
      <p:sp>
        <p:nvSpPr>
          <p:cNvPr id="10" name="Text Placeholder 9">
            <a:extLst>
              <a:ext uri="{FF2B5EF4-FFF2-40B4-BE49-F238E27FC236}">
                <a16:creationId xmlns:a16="http://schemas.microsoft.com/office/drawing/2014/main" id="{481DDD69-3D74-CD0C-441F-8E40179945D0}"/>
              </a:ext>
            </a:extLst>
          </p:cNvPr>
          <p:cNvSpPr>
            <a:spLocks noGrp="1"/>
          </p:cNvSpPr>
          <p:nvPr>
            <p:ph type="body" sz="quarter" idx="13"/>
          </p:nvPr>
        </p:nvSpPr>
        <p:spPr>
          <a:xfrm>
            <a:off x="314739" y="1324888"/>
            <a:ext cx="6235148" cy="5054815"/>
          </a:xfrm>
        </p:spPr>
        <p:txBody>
          <a:bodyPr/>
          <a:lstStyle/>
          <a:p>
            <a:pPr marL="0" indent="0">
              <a:spcBef>
                <a:spcPts val="0"/>
              </a:spcBef>
              <a:spcAft>
                <a:spcPts val="0"/>
              </a:spcAft>
              <a:buNone/>
            </a:pPr>
            <a:r>
              <a:rPr lang="en-IN" sz="1200" dirty="0"/>
              <a:t>A Security Researcher at Microsoft 365 Defender is responsible for safeguarding Microsoft's enterprise customers from advanced cyber threats. This role involves a deep understanding of attacker tactics, techniques, and procedures (TTPs), as well as the ability to leverage Microsoft's vast telemetry data to develop innovative security solutions.</a:t>
            </a:r>
          </a:p>
          <a:p>
            <a:pPr lvl="0">
              <a:spcBef>
                <a:spcPts val="0"/>
              </a:spcBef>
              <a:spcAft>
                <a:spcPts val="0"/>
              </a:spcAft>
            </a:pPr>
            <a:r>
              <a:rPr lang="en-IN" sz="1200" b="1" dirty="0"/>
              <a:t>Threat Research:</a:t>
            </a:r>
            <a:endParaRPr lang="en-IN" sz="1200" dirty="0"/>
          </a:p>
          <a:p>
            <a:pPr lvl="1">
              <a:spcBef>
                <a:spcPts val="0"/>
              </a:spcBef>
              <a:spcAft>
                <a:spcPts val="0"/>
              </a:spcAft>
            </a:pPr>
            <a:r>
              <a:rPr lang="en-IN" sz="1200" dirty="0"/>
              <a:t>Investigate and analyse new and emerging threat trends.</a:t>
            </a:r>
          </a:p>
          <a:p>
            <a:pPr lvl="1">
              <a:spcBef>
                <a:spcPts val="0"/>
              </a:spcBef>
              <a:spcAft>
                <a:spcPts val="0"/>
              </a:spcAft>
            </a:pPr>
            <a:r>
              <a:rPr lang="en-IN" sz="1200" dirty="0"/>
              <a:t>Identify novel attack techniques and develop countermeasures.</a:t>
            </a:r>
          </a:p>
          <a:p>
            <a:pPr lvl="1">
              <a:spcBef>
                <a:spcPts val="0"/>
              </a:spcBef>
              <a:spcAft>
                <a:spcPts val="0"/>
              </a:spcAft>
            </a:pPr>
            <a:r>
              <a:rPr lang="en-IN" sz="1200" dirty="0"/>
              <a:t>Monitor and </a:t>
            </a:r>
            <a:r>
              <a:rPr lang="en-IN" sz="1200" dirty="0" err="1"/>
              <a:t>catalog</a:t>
            </a:r>
            <a:r>
              <a:rPr lang="en-IN" sz="1200" dirty="0"/>
              <a:t> changes in attacker behaviour.</a:t>
            </a:r>
          </a:p>
          <a:p>
            <a:pPr lvl="0">
              <a:spcBef>
                <a:spcPts val="0"/>
              </a:spcBef>
              <a:spcAft>
                <a:spcPts val="0"/>
              </a:spcAft>
            </a:pPr>
            <a:r>
              <a:rPr lang="en-IN" sz="1200" b="1" dirty="0"/>
              <a:t>Detection Development:</a:t>
            </a:r>
            <a:endParaRPr lang="en-IN" sz="1200" dirty="0"/>
          </a:p>
          <a:p>
            <a:pPr lvl="1">
              <a:spcBef>
                <a:spcPts val="0"/>
              </a:spcBef>
              <a:spcAft>
                <a:spcPts val="0"/>
              </a:spcAft>
            </a:pPr>
            <a:r>
              <a:rPr lang="en-IN" sz="1200" dirty="0"/>
              <a:t>Create and refine detection mechanisms to identify advanced threats.</a:t>
            </a:r>
          </a:p>
          <a:p>
            <a:pPr lvl="1">
              <a:spcBef>
                <a:spcPts val="0"/>
              </a:spcBef>
              <a:spcAft>
                <a:spcPts val="0"/>
              </a:spcAft>
            </a:pPr>
            <a:r>
              <a:rPr lang="en-IN" sz="1200" dirty="0"/>
              <a:t>Leverage machine learning and other advanced techniques to improve detection accuracy.</a:t>
            </a:r>
          </a:p>
          <a:p>
            <a:pPr lvl="1">
              <a:spcBef>
                <a:spcPts val="0"/>
              </a:spcBef>
              <a:spcAft>
                <a:spcPts val="0"/>
              </a:spcAft>
            </a:pPr>
            <a:r>
              <a:rPr lang="en-IN" sz="1200" dirty="0"/>
              <a:t>Develop hunting tools and automation to enhance threat detection capabilities.</a:t>
            </a:r>
          </a:p>
          <a:p>
            <a:pPr lvl="0">
              <a:spcBef>
                <a:spcPts val="0"/>
              </a:spcBef>
              <a:spcAft>
                <a:spcPts val="0"/>
              </a:spcAft>
            </a:pPr>
            <a:r>
              <a:rPr lang="en-IN" sz="1200" b="1" dirty="0"/>
              <a:t>Data Analysis:</a:t>
            </a:r>
            <a:endParaRPr lang="en-IN" sz="1200" dirty="0"/>
          </a:p>
          <a:p>
            <a:pPr lvl="1">
              <a:spcBef>
                <a:spcPts val="0"/>
              </a:spcBef>
              <a:spcAft>
                <a:spcPts val="0"/>
              </a:spcAft>
            </a:pPr>
            <a:r>
              <a:rPr lang="en-IN" sz="1200" dirty="0"/>
              <a:t>Analyze large datasets to uncover patterns and anomalies.</a:t>
            </a:r>
          </a:p>
          <a:p>
            <a:pPr lvl="1">
              <a:spcBef>
                <a:spcPts val="0"/>
              </a:spcBef>
              <a:spcAft>
                <a:spcPts val="0"/>
              </a:spcAft>
            </a:pPr>
            <a:r>
              <a:rPr lang="en-IN" sz="1200" dirty="0"/>
              <a:t>Correlate data from various sources to identify potential threats.</a:t>
            </a:r>
          </a:p>
          <a:p>
            <a:pPr lvl="1">
              <a:spcBef>
                <a:spcPts val="0"/>
              </a:spcBef>
              <a:spcAft>
                <a:spcPts val="0"/>
              </a:spcAft>
            </a:pPr>
            <a:r>
              <a:rPr lang="en-IN" sz="1200" dirty="0"/>
              <a:t>Develop visualizations and reports to communicate findings effectively.</a:t>
            </a:r>
          </a:p>
          <a:p>
            <a:pPr lvl="0">
              <a:spcBef>
                <a:spcPts val="0"/>
              </a:spcBef>
              <a:spcAft>
                <a:spcPts val="0"/>
              </a:spcAft>
            </a:pPr>
            <a:r>
              <a:rPr lang="en-IN" sz="1200" b="1" dirty="0"/>
              <a:t>Collaboration:</a:t>
            </a:r>
            <a:endParaRPr lang="en-IN" sz="1200" dirty="0"/>
          </a:p>
          <a:p>
            <a:pPr lvl="1">
              <a:spcBef>
                <a:spcPts val="0"/>
              </a:spcBef>
              <a:spcAft>
                <a:spcPts val="0"/>
              </a:spcAft>
            </a:pPr>
            <a:r>
              <a:rPr lang="en-IN" sz="1200" dirty="0"/>
              <a:t>Work closely with other security teams, engineers, and data scientists to develop and maintain security solutions.</a:t>
            </a:r>
          </a:p>
          <a:p>
            <a:pPr lvl="1">
              <a:spcBef>
                <a:spcPts val="0"/>
              </a:spcBef>
              <a:spcAft>
                <a:spcPts val="0"/>
              </a:spcAft>
            </a:pPr>
            <a:r>
              <a:rPr lang="en-IN" sz="1200" dirty="0"/>
              <a:t>Collaborate with external partners to share threat intelligence and best practices.</a:t>
            </a:r>
          </a:p>
        </p:txBody>
      </p:sp>
      <p:sp>
        <p:nvSpPr>
          <p:cNvPr id="2" name="Slide Number Placeholder 1">
            <a:extLst>
              <a:ext uri="{FF2B5EF4-FFF2-40B4-BE49-F238E27FC236}">
                <a16:creationId xmlns:a16="http://schemas.microsoft.com/office/drawing/2014/main" id="{B0BB3A5B-5F03-B13B-6F31-8ED7982167DA}"/>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3" name="TextBox 2">
            <a:extLst>
              <a:ext uri="{FF2B5EF4-FFF2-40B4-BE49-F238E27FC236}">
                <a16:creationId xmlns:a16="http://schemas.microsoft.com/office/drawing/2014/main" id="{DAC36487-1406-AFC1-34E3-CE1F654F6BA9}"/>
              </a:ext>
            </a:extLst>
          </p:cNvPr>
          <p:cNvSpPr txBox="1"/>
          <p:nvPr/>
        </p:nvSpPr>
        <p:spPr>
          <a:xfrm>
            <a:off x="6549886" y="1324888"/>
            <a:ext cx="5198165" cy="4154984"/>
          </a:xfrm>
          <a:prstGeom prst="rect">
            <a:avLst/>
          </a:prstGeom>
          <a:noFill/>
        </p:spPr>
        <p:txBody>
          <a:bodyPr wrap="square" rtlCol="0">
            <a:spAutoFit/>
          </a:bodyPr>
          <a:lstStyle/>
          <a:p>
            <a:pPr>
              <a:spcBef>
                <a:spcPts val="0"/>
              </a:spcBef>
              <a:spcAft>
                <a:spcPts val="0"/>
              </a:spcAft>
            </a:pPr>
            <a:r>
              <a:rPr lang="en-IN" sz="1100" b="1" dirty="0">
                <a:solidFill>
                  <a:schemeClr val="bg1"/>
                </a:solidFill>
              </a:rPr>
              <a:t>Required Qualifications:</a:t>
            </a:r>
            <a:endParaRPr lang="en-IN" sz="1100" dirty="0">
              <a:solidFill>
                <a:schemeClr val="bg1"/>
              </a:solidFill>
            </a:endParaRPr>
          </a:p>
          <a:p>
            <a:pPr lvl="0">
              <a:spcBef>
                <a:spcPts val="0"/>
              </a:spcBef>
              <a:spcAft>
                <a:spcPts val="0"/>
              </a:spcAft>
            </a:pPr>
            <a:r>
              <a:rPr lang="en-IN" sz="1100" dirty="0">
                <a:solidFill>
                  <a:schemeClr val="bg1"/>
                </a:solidFill>
              </a:rPr>
              <a:t>Strong technical background in security operations, malware analysis, threat intelligence, or incident response.</a:t>
            </a:r>
          </a:p>
          <a:p>
            <a:pPr lvl="0">
              <a:spcBef>
                <a:spcPts val="0"/>
              </a:spcBef>
              <a:spcAft>
                <a:spcPts val="0"/>
              </a:spcAft>
            </a:pPr>
            <a:r>
              <a:rPr lang="en-IN" sz="1100" dirty="0">
                <a:solidFill>
                  <a:schemeClr val="bg1"/>
                </a:solidFill>
              </a:rPr>
              <a:t>Expertise in data analysis and visualization tools (e.g., Excel, SQL, Python, Splunk, Kusto, Power BI).</a:t>
            </a:r>
          </a:p>
          <a:p>
            <a:pPr lvl="0">
              <a:spcBef>
                <a:spcPts val="0"/>
              </a:spcBef>
              <a:spcAft>
                <a:spcPts val="0"/>
              </a:spcAft>
            </a:pPr>
            <a:r>
              <a:rPr lang="en-IN" sz="1100" dirty="0">
                <a:solidFill>
                  <a:schemeClr val="bg1"/>
                </a:solidFill>
              </a:rPr>
              <a:t>Deep understanding of cloud-based attack techniques and security protocols.</a:t>
            </a:r>
          </a:p>
          <a:p>
            <a:pPr lvl="0">
              <a:spcBef>
                <a:spcPts val="0"/>
              </a:spcBef>
              <a:spcAft>
                <a:spcPts val="0"/>
              </a:spcAft>
            </a:pPr>
            <a:r>
              <a:rPr lang="en-IN" sz="1100" dirty="0">
                <a:solidFill>
                  <a:schemeClr val="bg1"/>
                </a:solidFill>
              </a:rPr>
              <a:t>Strong analytical and problem-solving skills.</a:t>
            </a:r>
          </a:p>
          <a:p>
            <a:pPr lvl="0">
              <a:spcBef>
                <a:spcPts val="0"/>
              </a:spcBef>
              <a:spcAft>
                <a:spcPts val="0"/>
              </a:spcAft>
            </a:pPr>
            <a:r>
              <a:rPr lang="en-IN" sz="1100" dirty="0">
                <a:solidFill>
                  <a:schemeClr val="bg1"/>
                </a:solidFill>
              </a:rPr>
              <a:t>Excellent communication and collaboration skills.</a:t>
            </a:r>
          </a:p>
          <a:p>
            <a:pPr lvl="0">
              <a:spcBef>
                <a:spcPts val="0"/>
              </a:spcBef>
              <a:spcAft>
                <a:spcPts val="0"/>
              </a:spcAft>
            </a:pPr>
            <a:r>
              <a:rPr lang="en-IN" sz="1100" dirty="0">
                <a:solidFill>
                  <a:schemeClr val="bg1"/>
                </a:solidFill>
              </a:rPr>
              <a:t>Experience in a technical role in the security industry (5+ years).</a:t>
            </a:r>
          </a:p>
          <a:p>
            <a:pPr lvl="0">
              <a:spcBef>
                <a:spcPts val="0"/>
              </a:spcBef>
              <a:spcAft>
                <a:spcPts val="0"/>
              </a:spcAft>
            </a:pPr>
            <a:r>
              <a:rPr lang="en-IN" sz="1100" dirty="0">
                <a:solidFill>
                  <a:schemeClr val="bg1"/>
                </a:solidFill>
              </a:rPr>
              <a:t>Bachelor's degree in Computer Science, Computer Engineering, Information Security, or a related field.</a:t>
            </a:r>
          </a:p>
          <a:p>
            <a:pPr>
              <a:spcBef>
                <a:spcPts val="0"/>
              </a:spcBef>
              <a:spcAft>
                <a:spcPts val="0"/>
              </a:spcAft>
            </a:pPr>
            <a:r>
              <a:rPr lang="en-IN" sz="1100" b="1" dirty="0">
                <a:solidFill>
                  <a:schemeClr val="bg1"/>
                </a:solidFill>
              </a:rPr>
              <a:t>Preferred Qualifications:</a:t>
            </a:r>
            <a:endParaRPr lang="en-IN" sz="1100" dirty="0">
              <a:solidFill>
                <a:schemeClr val="bg1"/>
              </a:solidFill>
            </a:endParaRPr>
          </a:p>
          <a:p>
            <a:pPr lvl="0">
              <a:spcBef>
                <a:spcPts val="0"/>
              </a:spcBef>
              <a:spcAft>
                <a:spcPts val="0"/>
              </a:spcAft>
            </a:pPr>
            <a:r>
              <a:rPr lang="en-IN" sz="1100" dirty="0">
                <a:solidFill>
                  <a:schemeClr val="bg1"/>
                </a:solidFill>
              </a:rPr>
              <a:t>Advanced technical certifications (e.g., CISSP, OSCP, CEH, GIAC).</a:t>
            </a:r>
          </a:p>
          <a:p>
            <a:pPr lvl="0">
              <a:spcBef>
                <a:spcPts val="0"/>
              </a:spcBef>
              <a:spcAft>
                <a:spcPts val="0"/>
              </a:spcAft>
            </a:pPr>
            <a:r>
              <a:rPr lang="en-IN" sz="1100" dirty="0">
                <a:solidFill>
                  <a:schemeClr val="bg1"/>
                </a:solidFill>
              </a:rPr>
              <a:t>Experience with reverse engineering, digital forensics, or incident response.</a:t>
            </a:r>
          </a:p>
          <a:p>
            <a:pPr lvl="0">
              <a:spcBef>
                <a:spcPts val="0"/>
              </a:spcBef>
              <a:spcAft>
                <a:spcPts val="0"/>
              </a:spcAft>
            </a:pPr>
            <a:r>
              <a:rPr lang="en-IN" sz="1100" dirty="0">
                <a:solidFill>
                  <a:schemeClr val="bg1"/>
                </a:solidFill>
              </a:rPr>
              <a:t>Knowledge of machine learning and data science techniques.</a:t>
            </a:r>
          </a:p>
          <a:p>
            <a:pPr lvl="0">
              <a:spcBef>
                <a:spcPts val="0"/>
              </a:spcBef>
              <a:spcAft>
                <a:spcPts val="0"/>
              </a:spcAft>
            </a:pPr>
            <a:r>
              <a:rPr lang="en-IN" sz="1100" dirty="0">
                <a:solidFill>
                  <a:schemeClr val="bg1"/>
                </a:solidFill>
              </a:rPr>
              <a:t>Experience with offensive security tools and techniques.</a:t>
            </a:r>
          </a:p>
          <a:p>
            <a:pPr lvl="0">
              <a:spcBef>
                <a:spcPts val="0"/>
              </a:spcBef>
              <a:spcAft>
                <a:spcPts val="0"/>
              </a:spcAft>
            </a:pPr>
            <a:r>
              <a:rPr lang="en-IN" sz="1100" dirty="0">
                <a:solidFill>
                  <a:schemeClr val="bg1"/>
                </a:solidFill>
              </a:rPr>
              <a:t>Experience with threat hunting and modelling.</a:t>
            </a:r>
          </a:p>
          <a:p>
            <a:pPr>
              <a:spcBef>
                <a:spcPts val="0"/>
              </a:spcBef>
              <a:spcAft>
                <a:spcPts val="0"/>
              </a:spcAft>
            </a:pPr>
            <a:r>
              <a:rPr lang="en-IN" sz="1100" b="1" dirty="0">
                <a:solidFill>
                  <a:schemeClr val="bg1"/>
                </a:solidFill>
              </a:rPr>
              <a:t>Additional Notes:</a:t>
            </a:r>
            <a:endParaRPr lang="en-IN" sz="1100" dirty="0">
              <a:solidFill>
                <a:schemeClr val="bg1"/>
              </a:solidFill>
            </a:endParaRPr>
          </a:p>
          <a:p>
            <a:pPr lvl="0">
              <a:spcBef>
                <a:spcPts val="0"/>
              </a:spcBef>
              <a:spcAft>
                <a:spcPts val="0"/>
              </a:spcAft>
            </a:pPr>
            <a:r>
              <a:rPr lang="en-IN" sz="1100" dirty="0">
                <a:solidFill>
                  <a:schemeClr val="bg1"/>
                </a:solidFill>
              </a:rPr>
              <a:t>The role requires a strong passion for security and a commitment to protecting Microsoft's customers from advanced threats.</a:t>
            </a:r>
          </a:p>
          <a:p>
            <a:pPr lvl="0">
              <a:spcBef>
                <a:spcPts val="0"/>
              </a:spcBef>
              <a:spcAft>
                <a:spcPts val="0"/>
              </a:spcAft>
            </a:pPr>
            <a:r>
              <a:rPr lang="en-IN" sz="1100" dirty="0">
                <a:solidFill>
                  <a:schemeClr val="bg1"/>
                </a:solidFill>
              </a:rPr>
              <a:t>The ability to work independently and as part of a team is essential.</a:t>
            </a:r>
          </a:p>
          <a:p>
            <a:pPr lvl="0">
              <a:spcBef>
                <a:spcPts val="0"/>
              </a:spcBef>
              <a:spcAft>
                <a:spcPts val="0"/>
              </a:spcAft>
            </a:pPr>
            <a:r>
              <a:rPr lang="en-IN" sz="1100" dirty="0">
                <a:solidFill>
                  <a:schemeClr val="bg1"/>
                </a:solidFill>
              </a:rPr>
              <a:t>The position offers opportunities for growth and development in a dynamic and challenging environment.</a:t>
            </a:r>
          </a:p>
          <a:p>
            <a:endParaRPr lang="en-IN" sz="1100" dirty="0">
              <a:solidFill>
                <a:schemeClr val="bg1"/>
              </a:solidFill>
            </a:endParaRPr>
          </a:p>
        </p:txBody>
      </p:sp>
    </p:spTree>
    <p:extLst>
      <p:ext uri="{BB962C8B-B14F-4D97-AF65-F5344CB8AC3E}">
        <p14:creationId xmlns:p14="http://schemas.microsoft.com/office/powerpoint/2010/main" val="3666751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02</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US" dirty="0"/>
              <a:t>Lorem ipsum dolor sit amet</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US" dirty="0"/>
              <a:t>Lorem ipsum dolor sit amet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a:p>
            <a:endParaRPr lang="en-US"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Table</a:t>
            </a:r>
          </a:p>
        </p:txBody>
      </p:sp>
      <p:graphicFrame>
        <p:nvGraphicFramePr>
          <p:cNvPr id="6" name="Table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2357960289"/>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latin typeface="+mn-lt"/>
                          <a:cs typeface="Arial" panose="020B0604020202020204" pitchFamily="34" charset="0"/>
                        </a:rPr>
                        <a:t>Title</a:t>
                      </a:r>
                      <a:endParaRPr lang="en-GB" sz="1600" b="0" dirty="0">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endParaRPr lang="en-GB" sz="1400" dirty="0">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endParaRPr lang="en-GB" sz="1400" dirty="0">
                        <a:latin typeface="+mn-lt"/>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dirty="0"/>
              <a:t>Chart</a:t>
            </a:r>
          </a:p>
        </p:txBody>
      </p:sp>
      <p:graphicFrame>
        <p:nvGraphicFramePr>
          <p:cNvPr id="7" name="Chart 6" title="Gross Revenue Placeholder Chart">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654825679"/>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Customize this Template</a:t>
            </a:r>
          </a:p>
        </p:txBody>
      </p:sp>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
        <p:nvSpPr>
          <p:cNvPr id="3" name="Text Placeholder 2">
            <a:extLst>
              <a:ext uri="{FF2B5EF4-FFF2-40B4-BE49-F238E27FC236}">
                <a16:creationId xmlns:a16="http://schemas.microsoft.com/office/drawing/2014/main" id="{06554A61-D199-469B-AB0C-B68F82B5059F}"/>
              </a:ext>
            </a:extLst>
          </p:cNvPr>
          <p:cNvSpPr>
            <a:spLocks noGrp="1"/>
          </p:cNvSpPr>
          <p:nvPr>
            <p:ph type="body" sz="quarter" idx="13"/>
          </p:nvPr>
        </p:nvSpPr>
        <p:spPr/>
        <p:txBody>
          <a:bodyPr/>
          <a:lstStyle/>
          <a:p>
            <a:r>
              <a:rPr lang="en-US" u="sng" dirty="0">
                <a:hlinkClick r:id="rId2">
                  <a:extLst>
                    <a:ext uri="{A12FA001-AC4F-418D-AE19-62706E023703}">
                      <ahyp:hlinkClr xmlns:ahyp="http://schemas.microsoft.com/office/drawing/2018/hyperlinkcolor" val="tx"/>
                    </a:ext>
                  </a:extLst>
                </a:hlinkClick>
              </a:rPr>
              <a:t>Template Editing Instructions and Feedback</a:t>
            </a:r>
            <a:endParaRPr lang="en-US" u="sng"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8</TotalTime>
  <Words>907</Words>
  <Application>Microsoft Office PowerPoint</Application>
  <PresentationFormat>Widescreen</PresentationFormat>
  <Paragraphs>123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Yu Gothic</vt:lpstr>
      <vt:lpstr>Arial</vt:lpstr>
      <vt:lpstr>Calibri</vt:lpstr>
      <vt:lpstr>Trade Gothic LT Pro</vt:lpstr>
      <vt:lpstr>Trebuchet MS</vt:lpstr>
      <vt:lpstr>Office Theme</vt:lpstr>
      <vt:lpstr>Title Here</vt:lpstr>
      <vt:lpstr>Section Header01</vt:lpstr>
      <vt:lpstr>Section Header02</vt:lpstr>
      <vt:lpstr>Security Organization Chart</vt:lpstr>
      <vt:lpstr>SIEM Engineer </vt:lpstr>
      <vt:lpstr>Security Researcher (Microsoft Defender)</vt:lpstr>
      <vt:lpstr>Content Title 02</vt:lpstr>
      <vt:lpstr>Content Title</vt:lpstr>
      <vt:lpstr>Content Title 03</vt:lpstr>
      <vt:lpstr>Content Title 04</vt:lpstr>
      <vt:lpstr>Table</vt:lpstr>
      <vt:lpstr>Chart</vt:lpstr>
      <vt:lpstr>Quote appears here  Lorem ipsum dolor sit amet, consectetuer adipiscing elit.”  - Author</vt:lpstr>
      <vt:lpstr>Thank You 1</vt:lpstr>
      <vt:lpstr>Thank You 2</vt:lpstr>
      <vt:lpstr>Customize this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j0352</dc:creator>
  <cp:lastModifiedBy>sandeep j0352</cp:lastModifiedBy>
  <cp:revision>5</cp:revision>
  <dcterms:created xsi:type="dcterms:W3CDTF">2026-02-28T08:57:38Z</dcterms:created>
  <dcterms:modified xsi:type="dcterms:W3CDTF">2026-02-28T09:06:24Z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